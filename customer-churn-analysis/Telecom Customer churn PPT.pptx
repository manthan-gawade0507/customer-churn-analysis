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2" r:id="rId4"/>
    <p:sldId id="269" r:id="rId5"/>
    <p:sldId id="258" r:id="rId6"/>
    <p:sldId id="259" r:id="rId7"/>
    <p:sldId id="263" r:id="rId8"/>
    <p:sldId id="260" r:id="rId9"/>
    <p:sldId id="264" r:id="rId10"/>
    <p:sldId id="265" r:id="rId11"/>
    <p:sldId id="266" r:id="rId12"/>
    <p:sldId id="267" r:id="rId13"/>
    <p:sldId id="270" r:id="rId14"/>
    <p:sldId id="268"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4A2D37-9A4B-4B7D-959D-0D02332911B4}" v="101" dt="2026-03-19T16:16:00.2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THAN GAWADE" userId="30e3f1adc2ae2d6f" providerId="LiveId" clId="{DC1F8E63-22F0-41D4-BC23-95048BD64B13}"/>
    <pc:docChg chg="undo custSel addSld delSld modSld">
      <pc:chgData name="MANTHAN GAWADE" userId="30e3f1adc2ae2d6f" providerId="LiveId" clId="{DC1F8E63-22F0-41D4-BC23-95048BD64B13}" dt="2026-03-20T13:20:14.596" v="1716" actId="1076"/>
      <pc:docMkLst>
        <pc:docMk/>
      </pc:docMkLst>
      <pc:sldChg chg="modSp mod">
        <pc:chgData name="MANTHAN GAWADE" userId="30e3f1adc2ae2d6f" providerId="LiveId" clId="{DC1F8E63-22F0-41D4-BC23-95048BD64B13}" dt="2026-03-16T18:20:31.006" v="1085" actId="14100"/>
        <pc:sldMkLst>
          <pc:docMk/>
          <pc:sldMk cId="1402880399" sldId="256"/>
        </pc:sldMkLst>
        <pc:spChg chg="mod">
          <ac:chgData name="MANTHAN GAWADE" userId="30e3f1adc2ae2d6f" providerId="LiveId" clId="{DC1F8E63-22F0-41D4-BC23-95048BD64B13}" dt="2026-03-16T18:20:31.006" v="1085" actId="14100"/>
          <ac:spMkLst>
            <pc:docMk/>
            <pc:sldMk cId="1402880399" sldId="256"/>
            <ac:spMk id="2" creationId="{B6AC4BE8-FA72-F66D-0226-DF6BEFE76E28}"/>
          </ac:spMkLst>
        </pc:spChg>
      </pc:sldChg>
      <pc:sldChg chg="addSp delSp modSp mod">
        <pc:chgData name="MANTHAN GAWADE" userId="30e3f1adc2ae2d6f" providerId="LiveId" clId="{DC1F8E63-22F0-41D4-BC23-95048BD64B13}" dt="2026-03-16T14:27:53.377" v="991" actId="1076"/>
        <pc:sldMkLst>
          <pc:docMk/>
          <pc:sldMk cId="2462687653" sldId="258"/>
        </pc:sldMkLst>
        <pc:spChg chg="mod">
          <ac:chgData name="MANTHAN GAWADE" userId="30e3f1adc2ae2d6f" providerId="LiveId" clId="{DC1F8E63-22F0-41D4-BC23-95048BD64B13}" dt="2026-03-15T13:51:24.263" v="451" actId="27636"/>
          <ac:spMkLst>
            <pc:docMk/>
            <pc:sldMk cId="2462687653" sldId="258"/>
            <ac:spMk id="2" creationId="{17DB6C39-D87C-C469-CD3F-30ACBD4764B9}"/>
          </ac:spMkLst>
        </pc:spChg>
        <pc:spChg chg="add mod">
          <ac:chgData name="MANTHAN GAWADE" userId="30e3f1adc2ae2d6f" providerId="LiveId" clId="{DC1F8E63-22F0-41D4-BC23-95048BD64B13}" dt="2026-03-15T13:17:32.311" v="322" actId="14100"/>
          <ac:spMkLst>
            <pc:docMk/>
            <pc:sldMk cId="2462687653" sldId="258"/>
            <ac:spMk id="8" creationId="{F99B8EE8-A634-19C0-91A0-B69FCA78D497}"/>
          </ac:spMkLst>
        </pc:spChg>
        <pc:spChg chg="add mod">
          <ac:chgData name="MANTHAN GAWADE" userId="30e3f1adc2ae2d6f" providerId="LiveId" clId="{DC1F8E63-22F0-41D4-BC23-95048BD64B13}" dt="2026-03-16T14:27:53.377" v="991" actId="1076"/>
          <ac:spMkLst>
            <pc:docMk/>
            <pc:sldMk cId="2462687653" sldId="258"/>
            <ac:spMk id="12" creationId="{C34DA985-8599-CD77-5673-51E9EBD1FD96}"/>
          </ac:spMkLst>
        </pc:spChg>
        <pc:spChg chg="add mod">
          <ac:chgData name="MANTHAN GAWADE" userId="30e3f1adc2ae2d6f" providerId="LiveId" clId="{DC1F8E63-22F0-41D4-BC23-95048BD64B13}" dt="2026-03-15T13:12:36.968" v="280" actId="1076"/>
          <ac:spMkLst>
            <pc:docMk/>
            <pc:sldMk cId="2462687653" sldId="258"/>
            <ac:spMk id="14" creationId="{3A7C4DA0-B097-C7EA-95A9-4B1197C7E209}"/>
          </ac:spMkLst>
        </pc:spChg>
        <pc:spChg chg="add mod">
          <ac:chgData name="MANTHAN GAWADE" userId="30e3f1adc2ae2d6f" providerId="LiveId" clId="{DC1F8E63-22F0-41D4-BC23-95048BD64B13}" dt="2026-03-15T13:20:34.960" v="336" actId="1076"/>
          <ac:spMkLst>
            <pc:docMk/>
            <pc:sldMk cId="2462687653" sldId="258"/>
            <ac:spMk id="22" creationId="{870E5384-38C2-809C-0A4B-06D166B64AAA}"/>
          </ac:spMkLst>
        </pc:spChg>
        <pc:picChg chg="add mod">
          <ac:chgData name="MANTHAN GAWADE" userId="30e3f1adc2ae2d6f" providerId="LiveId" clId="{DC1F8E63-22F0-41D4-BC23-95048BD64B13}" dt="2026-03-15T13:21:17.632" v="343" actId="14100"/>
          <ac:picMkLst>
            <pc:docMk/>
            <pc:sldMk cId="2462687653" sldId="258"/>
            <ac:picMk id="6" creationId="{E086D556-9F4F-C94A-DF2D-6CC0ED692087}"/>
          </ac:picMkLst>
        </pc:picChg>
        <pc:picChg chg="add mod">
          <ac:chgData name="MANTHAN GAWADE" userId="30e3f1adc2ae2d6f" providerId="LiveId" clId="{DC1F8E63-22F0-41D4-BC23-95048BD64B13}" dt="2026-03-15T13:21:22.373" v="344" actId="1076"/>
          <ac:picMkLst>
            <pc:docMk/>
            <pc:sldMk cId="2462687653" sldId="258"/>
            <ac:picMk id="9" creationId="{8B6529BA-2212-F705-3D2C-C70E4C85782D}"/>
          </ac:picMkLst>
        </pc:picChg>
        <pc:picChg chg="add mod">
          <ac:chgData name="MANTHAN GAWADE" userId="30e3f1adc2ae2d6f" providerId="LiveId" clId="{DC1F8E63-22F0-41D4-BC23-95048BD64B13}" dt="2026-03-15T13:21:35.596" v="345" actId="1076"/>
          <ac:picMkLst>
            <pc:docMk/>
            <pc:sldMk cId="2462687653" sldId="258"/>
            <ac:picMk id="19" creationId="{0586CCCD-8F19-88E4-4289-E1E370EBDCBA}"/>
          </ac:picMkLst>
        </pc:picChg>
        <pc:picChg chg="add mod">
          <ac:chgData name="MANTHAN GAWADE" userId="30e3f1adc2ae2d6f" providerId="LiveId" clId="{DC1F8E63-22F0-41D4-BC23-95048BD64B13}" dt="2026-03-15T13:18:14.685" v="325" actId="14100"/>
          <ac:picMkLst>
            <pc:docMk/>
            <pc:sldMk cId="2462687653" sldId="258"/>
            <ac:picMk id="2052" creationId="{433EF09C-45F9-EB1F-EF62-D5CC88C35E03}"/>
          </ac:picMkLst>
        </pc:picChg>
      </pc:sldChg>
      <pc:sldChg chg="addSp delSp modSp mod">
        <pc:chgData name="MANTHAN GAWADE" userId="30e3f1adc2ae2d6f" providerId="LiveId" clId="{DC1F8E63-22F0-41D4-BC23-95048BD64B13}" dt="2026-03-16T14:15:36.826" v="892" actId="255"/>
        <pc:sldMkLst>
          <pc:docMk/>
          <pc:sldMk cId="1608789004" sldId="259"/>
        </pc:sldMkLst>
        <pc:spChg chg="mod">
          <ac:chgData name="MANTHAN GAWADE" userId="30e3f1adc2ae2d6f" providerId="LiveId" clId="{DC1F8E63-22F0-41D4-BC23-95048BD64B13}" dt="2026-03-16T14:15:36.826" v="892" actId="255"/>
          <ac:spMkLst>
            <pc:docMk/>
            <pc:sldMk cId="1608789004" sldId="259"/>
            <ac:spMk id="2" creationId="{58D4F3AE-253A-8D54-420D-E5A83A8B5F68}"/>
          </ac:spMkLst>
        </pc:spChg>
        <pc:spChg chg="add mod">
          <ac:chgData name="MANTHAN GAWADE" userId="30e3f1adc2ae2d6f" providerId="LiveId" clId="{DC1F8E63-22F0-41D4-BC23-95048BD64B13}" dt="2026-03-15T13:47:52.376" v="426" actId="1076"/>
          <ac:spMkLst>
            <pc:docMk/>
            <pc:sldMk cId="1608789004" sldId="259"/>
            <ac:spMk id="6" creationId="{0F03517D-A78D-4080-3E0C-AE71EB18B732}"/>
          </ac:spMkLst>
        </pc:spChg>
        <pc:spChg chg="add mod">
          <ac:chgData name="MANTHAN GAWADE" userId="30e3f1adc2ae2d6f" providerId="LiveId" clId="{DC1F8E63-22F0-41D4-BC23-95048BD64B13}" dt="2026-03-15T13:46:40.058" v="417" actId="1076"/>
          <ac:spMkLst>
            <pc:docMk/>
            <pc:sldMk cId="1608789004" sldId="259"/>
            <ac:spMk id="8" creationId="{71041BC7-7416-9EEC-FF5B-C5C134BE50B6}"/>
          </ac:spMkLst>
        </pc:spChg>
        <pc:spChg chg="add mod">
          <ac:chgData name="MANTHAN GAWADE" userId="30e3f1adc2ae2d6f" providerId="LiveId" clId="{DC1F8E63-22F0-41D4-BC23-95048BD64B13}" dt="2026-03-15T13:50:41.875" v="446" actId="1076"/>
          <ac:spMkLst>
            <pc:docMk/>
            <pc:sldMk cId="1608789004" sldId="259"/>
            <ac:spMk id="13" creationId="{9483E9A0-2D3C-8006-19C1-78D0E0E4453D}"/>
          </ac:spMkLst>
        </pc:spChg>
        <pc:picChg chg="add mod">
          <ac:chgData name="MANTHAN GAWADE" userId="30e3f1adc2ae2d6f" providerId="LiveId" clId="{DC1F8E63-22F0-41D4-BC23-95048BD64B13}" dt="2026-03-15T13:46:29.600" v="415" actId="1076"/>
          <ac:picMkLst>
            <pc:docMk/>
            <pc:sldMk cId="1608789004" sldId="259"/>
            <ac:picMk id="3" creationId="{9CC7F049-7BBC-A988-2185-DC3FB1EE86CB}"/>
          </ac:picMkLst>
        </pc:picChg>
        <pc:picChg chg="add mod">
          <ac:chgData name="MANTHAN GAWADE" userId="30e3f1adc2ae2d6f" providerId="LiveId" clId="{DC1F8E63-22F0-41D4-BC23-95048BD64B13}" dt="2026-03-15T13:50:08.640" v="437" actId="1076"/>
          <ac:picMkLst>
            <pc:docMk/>
            <pc:sldMk cId="1608789004" sldId="259"/>
            <ac:picMk id="11" creationId="{101D6192-D7B5-D17E-3E74-2C0F83A763E3}"/>
          </ac:picMkLst>
        </pc:picChg>
        <pc:picChg chg="add mod">
          <ac:chgData name="MANTHAN GAWADE" userId="30e3f1adc2ae2d6f" providerId="LiveId" clId="{DC1F8E63-22F0-41D4-BC23-95048BD64B13}" dt="2026-03-15T13:50:51.773" v="447" actId="14100"/>
          <ac:picMkLst>
            <pc:docMk/>
            <pc:sldMk cId="1608789004" sldId="259"/>
            <ac:picMk id="3078" creationId="{53AFC1C5-74C6-24E9-71F4-1386EB83763A}"/>
          </ac:picMkLst>
        </pc:picChg>
      </pc:sldChg>
      <pc:sldChg chg="addSp delSp modSp mod">
        <pc:chgData name="MANTHAN GAWADE" userId="30e3f1adc2ae2d6f" providerId="LiveId" clId="{DC1F8E63-22F0-41D4-BC23-95048BD64B13}" dt="2026-03-16T14:26:55.411" v="985" actId="1076"/>
        <pc:sldMkLst>
          <pc:docMk/>
          <pc:sldMk cId="2410837616" sldId="260"/>
        </pc:sldMkLst>
        <pc:spChg chg="mod">
          <ac:chgData name="MANTHAN GAWADE" userId="30e3f1adc2ae2d6f" providerId="LiveId" clId="{DC1F8E63-22F0-41D4-BC23-95048BD64B13}" dt="2026-03-16T05:07:49.449" v="696" actId="1076"/>
          <ac:spMkLst>
            <pc:docMk/>
            <pc:sldMk cId="2410837616" sldId="260"/>
            <ac:spMk id="2" creationId="{6638C8B8-35BE-5F79-2BF2-15F6E0E77A3D}"/>
          </ac:spMkLst>
        </pc:spChg>
        <pc:spChg chg="add mod">
          <ac:chgData name="MANTHAN GAWADE" userId="30e3f1adc2ae2d6f" providerId="LiveId" clId="{DC1F8E63-22F0-41D4-BC23-95048BD64B13}" dt="2026-03-16T14:26:55.411" v="985" actId="1076"/>
          <ac:spMkLst>
            <pc:docMk/>
            <pc:sldMk cId="2410837616" sldId="260"/>
            <ac:spMk id="7" creationId="{82B9DB29-D529-8AE8-6423-44C8AED14A96}"/>
          </ac:spMkLst>
        </pc:spChg>
        <pc:spChg chg="add mod">
          <ac:chgData name="MANTHAN GAWADE" userId="30e3f1adc2ae2d6f" providerId="LiveId" clId="{DC1F8E63-22F0-41D4-BC23-95048BD64B13}" dt="2026-03-16T06:03:01.696" v="741" actId="1076"/>
          <ac:spMkLst>
            <pc:docMk/>
            <pc:sldMk cId="2410837616" sldId="260"/>
            <ac:spMk id="9" creationId="{4AEAD081-8627-D3EE-9D92-F804257D3B7E}"/>
          </ac:spMkLst>
        </pc:spChg>
        <pc:spChg chg="add mod">
          <ac:chgData name="MANTHAN GAWADE" userId="30e3f1adc2ae2d6f" providerId="LiveId" clId="{DC1F8E63-22F0-41D4-BC23-95048BD64B13}" dt="2026-03-16T14:26:43.620" v="983" actId="14100"/>
          <ac:spMkLst>
            <pc:docMk/>
            <pc:sldMk cId="2410837616" sldId="260"/>
            <ac:spMk id="11" creationId="{79D43722-BA7A-88D8-D60C-4B5D4E1E7597}"/>
          </ac:spMkLst>
        </pc:spChg>
        <pc:picChg chg="add mod">
          <ac:chgData name="MANTHAN GAWADE" userId="30e3f1adc2ae2d6f" providerId="LiveId" clId="{DC1F8E63-22F0-41D4-BC23-95048BD64B13}" dt="2026-03-16T14:26:13.363" v="975" actId="1076"/>
          <ac:picMkLst>
            <pc:docMk/>
            <pc:sldMk cId="2410837616" sldId="260"/>
            <ac:picMk id="4106" creationId="{D66EB837-18EB-B810-8F74-A60C2E80F732}"/>
          </ac:picMkLst>
        </pc:picChg>
        <pc:picChg chg="add mod">
          <ac:chgData name="MANTHAN GAWADE" userId="30e3f1adc2ae2d6f" providerId="LiveId" clId="{DC1F8E63-22F0-41D4-BC23-95048BD64B13}" dt="2026-03-16T14:26:49.067" v="984" actId="1076"/>
          <ac:picMkLst>
            <pc:docMk/>
            <pc:sldMk cId="2410837616" sldId="260"/>
            <ac:picMk id="5122" creationId="{14441F5C-B535-189F-4F36-3CB7AC7EF787}"/>
          </ac:picMkLst>
        </pc:picChg>
        <pc:picChg chg="add mod">
          <ac:chgData name="MANTHAN GAWADE" userId="30e3f1adc2ae2d6f" providerId="LiveId" clId="{DC1F8E63-22F0-41D4-BC23-95048BD64B13}" dt="2026-03-16T06:02:53.980" v="740" actId="1036"/>
          <ac:picMkLst>
            <pc:docMk/>
            <pc:sldMk cId="2410837616" sldId="260"/>
            <ac:picMk id="5128" creationId="{56E64FD7-DDD2-3272-05B6-8FB5EA64F257}"/>
          </ac:picMkLst>
        </pc:picChg>
      </pc:sldChg>
      <pc:sldChg chg="modSp new mod">
        <pc:chgData name="MANTHAN GAWADE" userId="30e3f1adc2ae2d6f" providerId="LiveId" clId="{DC1F8E63-22F0-41D4-BC23-95048BD64B13}" dt="2026-03-15T12:16:19.731" v="97" actId="2711"/>
        <pc:sldMkLst>
          <pc:docMk/>
          <pc:sldMk cId="4144857416" sldId="261"/>
        </pc:sldMkLst>
        <pc:spChg chg="mod">
          <ac:chgData name="MANTHAN GAWADE" userId="30e3f1adc2ae2d6f" providerId="LiveId" clId="{DC1F8E63-22F0-41D4-BC23-95048BD64B13}" dt="2026-03-15T12:16:19.731" v="97" actId="2711"/>
          <ac:spMkLst>
            <pc:docMk/>
            <pc:sldMk cId="4144857416" sldId="261"/>
            <ac:spMk id="2" creationId="{4C1139EE-2216-4915-4F87-384B7FFE6BC0}"/>
          </ac:spMkLst>
        </pc:spChg>
        <pc:spChg chg="mod">
          <ac:chgData name="MANTHAN GAWADE" userId="30e3f1adc2ae2d6f" providerId="LiveId" clId="{DC1F8E63-22F0-41D4-BC23-95048BD64B13}" dt="2026-03-15T12:14:55.626" v="91" actId="2710"/>
          <ac:spMkLst>
            <pc:docMk/>
            <pc:sldMk cId="4144857416" sldId="261"/>
            <ac:spMk id="3" creationId="{5971C07E-C4EC-D32B-05CC-61C339784AFD}"/>
          </ac:spMkLst>
        </pc:spChg>
      </pc:sldChg>
      <pc:sldChg chg="addSp delSp modSp new mod">
        <pc:chgData name="MANTHAN GAWADE" userId="30e3f1adc2ae2d6f" providerId="LiveId" clId="{DC1F8E63-22F0-41D4-BC23-95048BD64B13}" dt="2026-03-17T05:01:11.986" v="1235" actId="20577"/>
        <pc:sldMkLst>
          <pc:docMk/>
          <pc:sldMk cId="993881027" sldId="262"/>
        </pc:sldMkLst>
        <pc:spChg chg="mod">
          <ac:chgData name="MANTHAN GAWADE" userId="30e3f1adc2ae2d6f" providerId="LiveId" clId="{DC1F8E63-22F0-41D4-BC23-95048BD64B13}" dt="2026-03-16T14:15:44.871" v="893" actId="255"/>
          <ac:spMkLst>
            <pc:docMk/>
            <pc:sldMk cId="993881027" sldId="262"/>
            <ac:spMk id="2" creationId="{21AF6E7B-E49D-BA19-EE2A-C1899347E3AB}"/>
          </ac:spMkLst>
        </pc:spChg>
        <pc:spChg chg="add del mod">
          <ac:chgData name="MANTHAN GAWADE" userId="30e3f1adc2ae2d6f" providerId="LiveId" clId="{DC1F8E63-22F0-41D4-BC23-95048BD64B13}" dt="2026-03-17T05:01:11.986" v="1235" actId="20577"/>
          <ac:spMkLst>
            <pc:docMk/>
            <pc:sldMk cId="993881027" sldId="262"/>
            <ac:spMk id="3" creationId="{7DCF52D6-22AE-E54D-7041-8C857506A23E}"/>
          </ac:spMkLst>
        </pc:spChg>
      </pc:sldChg>
      <pc:sldChg chg="addSp delSp modSp new mod">
        <pc:chgData name="MANTHAN GAWADE" userId="30e3f1adc2ae2d6f" providerId="LiveId" clId="{DC1F8E63-22F0-41D4-BC23-95048BD64B13}" dt="2026-03-18T07:57:42.743" v="1247" actId="14100"/>
        <pc:sldMkLst>
          <pc:docMk/>
          <pc:sldMk cId="1438799130" sldId="263"/>
        </pc:sldMkLst>
        <pc:spChg chg="mod">
          <ac:chgData name="MANTHAN GAWADE" userId="30e3f1adc2ae2d6f" providerId="LiveId" clId="{DC1F8E63-22F0-41D4-BC23-95048BD64B13}" dt="2026-03-15T13:53:00.152" v="456" actId="27636"/>
          <ac:spMkLst>
            <pc:docMk/>
            <pc:sldMk cId="1438799130" sldId="263"/>
            <ac:spMk id="2" creationId="{FDC4C068-F12B-F017-9F5C-6FD94FA37E65}"/>
          </ac:spMkLst>
        </pc:spChg>
        <pc:spChg chg="add mod">
          <ac:chgData name="MANTHAN GAWADE" userId="30e3f1adc2ae2d6f" providerId="LiveId" clId="{DC1F8E63-22F0-41D4-BC23-95048BD64B13}" dt="2026-03-18T07:57:42.743" v="1247" actId="14100"/>
          <ac:spMkLst>
            <pc:docMk/>
            <pc:sldMk cId="1438799130" sldId="263"/>
            <ac:spMk id="7" creationId="{91A01961-3AEB-34E9-74C8-1B06E3FD9C67}"/>
          </ac:spMkLst>
        </pc:spChg>
        <pc:spChg chg="add mod">
          <ac:chgData name="MANTHAN GAWADE" userId="30e3f1adc2ae2d6f" providerId="LiveId" clId="{DC1F8E63-22F0-41D4-BC23-95048BD64B13}" dt="2026-03-15T14:37:11.787" v="506" actId="1076"/>
          <ac:spMkLst>
            <pc:docMk/>
            <pc:sldMk cId="1438799130" sldId="263"/>
            <ac:spMk id="9" creationId="{CA85465A-08FC-3873-D0F5-D237142CD42A}"/>
          </ac:spMkLst>
        </pc:spChg>
        <pc:spChg chg="add mod">
          <ac:chgData name="MANTHAN GAWADE" userId="30e3f1adc2ae2d6f" providerId="LiveId" clId="{DC1F8E63-22F0-41D4-BC23-95048BD64B13}" dt="2026-03-16T14:27:16.056" v="989" actId="14100"/>
          <ac:spMkLst>
            <pc:docMk/>
            <pc:sldMk cId="1438799130" sldId="263"/>
            <ac:spMk id="11" creationId="{40805698-DC3C-87DE-513E-4F6994E58070}"/>
          </ac:spMkLst>
        </pc:spChg>
        <pc:picChg chg="add mod">
          <ac:chgData name="MANTHAN GAWADE" userId="30e3f1adc2ae2d6f" providerId="LiveId" clId="{DC1F8E63-22F0-41D4-BC23-95048BD64B13}" dt="2026-03-18T07:57:36.101" v="1246" actId="1076"/>
          <ac:picMkLst>
            <pc:docMk/>
            <pc:sldMk cId="1438799130" sldId="263"/>
            <ac:picMk id="2052" creationId="{DA57393D-D146-423F-2DDE-043BA6694D85}"/>
          </ac:picMkLst>
        </pc:picChg>
        <pc:picChg chg="add mod">
          <ac:chgData name="MANTHAN GAWADE" userId="30e3f1adc2ae2d6f" providerId="LiveId" clId="{DC1F8E63-22F0-41D4-BC23-95048BD64B13}" dt="2026-03-15T14:29:23.255" v="499" actId="14100"/>
          <ac:picMkLst>
            <pc:docMk/>
            <pc:sldMk cId="1438799130" sldId="263"/>
            <ac:picMk id="4100" creationId="{0DBCD725-48E9-FDAC-CEF9-44197782893D}"/>
          </ac:picMkLst>
        </pc:picChg>
        <pc:picChg chg="add mod">
          <ac:chgData name="MANTHAN GAWADE" userId="30e3f1adc2ae2d6f" providerId="LiveId" clId="{DC1F8E63-22F0-41D4-BC23-95048BD64B13}" dt="2026-03-16T14:27:19.741" v="990" actId="1076"/>
          <ac:picMkLst>
            <pc:docMk/>
            <pc:sldMk cId="1438799130" sldId="263"/>
            <ac:picMk id="4102" creationId="{962E94E2-B1E2-ACDB-3C87-BCF245E36844}"/>
          </ac:picMkLst>
        </pc:picChg>
      </pc:sldChg>
      <pc:sldChg chg="modSp new mod">
        <pc:chgData name="MANTHAN GAWADE" userId="30e3f1adc2ae2d6f" providerId="LiveId" clId="{DC1F8E63-22F0-41D4-BC23-95048BD64B13}" dt="2026-03-18T14:42:05.104" v="1413" actId="20577"/>
        <pc:sldMkLst>
          <pc:docMk/>
          <pc:sldMk cId="1026831372" sldId="264"/>
        </pc:sldMkLst>
        <pc:spChg chg="mod">
          <ac:chgData name="MANTHAN GAWADE" userId="30e3f1adc2ae2d6f" providerId="LiveId" clId="{DC1F8E63-22F0-41D4-BC23-95048BD64B13}" dt="2026-03-18T13:23:23.726" v="1309" actId="1035"/>
          <ac:spMkLst>
            <pc:docMk/>
            <pc:sldMk cId="1026831372" sldId="264"/>
            <ac:spMk id="2" creationId="{341DBEC3-45E7-B740-B942-317D8E409F1F}"/>
          </ac:spMkLst>
        </pc:spChg>
        <pc:spChg chg="mod">
          <ac:chgData name="MANTHAN GAWADE" userId="30e3f1adc2ae2d6f" providerId="LiveId" clId="{DC1F8E63-22F0-41D4-BC23-95048BD64B13}" dt="2026-03-18T14:42:05.104" v="1413" actId="20577"/>
          <ac:spMkLst>
            <pc:docMk/>
            <pc:sldMk cId="1026831372" sldId="264"/>
            <ac:spMk id="3" creationId="{2C398171-82EF-8266-7343-8F9C68530BE7}"/>
          </ac:spMkLst>
        </pc:spChg>
      </pc:sldChg>
      <pc:sldChg chg="addSp delSp modSp new mod">
        <pc:chgData name="MANTHAN GAWADE" userId="30e3f1adc2ae2d6f" providerId="LiveId" clId="{DC1F8E63-22F0-41D4-BC23-95048BD64B13}" dt="2026-03-19T15:02:19.664" v="1701" actId="20577"/>
        <pc:sldMkLst>
          <pc:docMk/>
          <pc:sldMk cId="1672837883" sldId="265"/>
        </pc:sldMkLst>
        <pc:spChg chg="mod">
          <ac:chgData name="MANTHAN GAWADE" userId="30e3f1adc2ae2d6f" providerId="LiveId" clId="{DC1F8E63-22F0-41D4-BC23-95048BD64B13}" dt="2026-03-16T14:04:32.628" v="864" actId="14100"/>
          <ac:spMkLst>
            <pc:docMk/>
            <pc:sldMk cId="1672837883" sldId="265"/>
            <ac:spMk id="2" creationId="{4AF7635F-970E-87A7-0287-A293F4D0A8F6}"/>
          </ac:spMkLst>
        </pc:spChg>
        <pc:spChg chg="mod">
          <ac:chgData name="MANTHAN GAWADE" userId="30e3f1adc2ae2d6f" providerId="LiveId" clId="{DC1F8E63-22F0-41D4-BC23-95048BD64B13}" dt="2026-03-19T15:02:19.664" v="1701" actId="20577"/>
          <ac:spMkLst>
            <pc:docMk/>
            <pc:sldMk cId="1672837883" sldId="265"/>
            <ac:spMk id="3" creationId="{C2889A08-7F42-82BE-727E-C59DB044293B}"/>
          </ac:spMkLst>
        </pc:spChg>
        <pc:picChg chg="add del mod">
          <ac:chgData name="MANTHAN GAWADE" userId="30e3f1adc2ae2d6f" providerId="LiveId" clId="{DC1F8E63-22F0-41D4-BC23-95048BD64B13}" dt="2026-03-19T14:16:17.498" v="1503" actId="478"/>
          <ac:picMkLst>
            <pc:docMk/>
            <pc:sldMk cId="1672837883" sldId="265"/>
            <ac:picMk id="2050" creationId="{AE8B984A-46D3-17F9-0275-B6DEF02CCF73}"/>
          </ac:picMkLst>
        </pc:picChg>
        <pc:picChg chg="add mod">
          <ac:chgData name="MANTHAN GAWADE" userId="30e3f1adc2ae2d6f" providerId="LiveId" clId="{DC1F8E63-22F0-41D4-BC23-95048BD64B13}" dt="2026-03-19T14:16:33.665" v="1509" actId="1076"/>
          <ac:picMkLst>
            <pc:docMk/>
            <pc:sldMk cId="1672837883" sldId="265"/>
            <ac:picMk id="2052" creationId="{D97BB0BF-95A1-453F-8E5C-5A9816195C1F}"/>
          </ac:picMkLst>
        </pc:picChg>
      </pc:sldChg>
      <pc:sldChg chg="addSp delSp modSp new add del mod">
        <pc:chgData name="MANTHAN GAWADE" userId="30e3f1adc2ae2d6f" providerId="LiveId" clId="{DC1F8E63-22F0-41D4-BC23-95048BD64B13}" dt="2026-03-19T14:30:48.638" v="1607" actId="14100"/>
        <pc:sldMkLst>
          <pc:docMk/>
          <pc:sldMk cId="613235333" sldId="266"/>
        </pc:sldMkLst>
        <pc:spChg chg="mod">
          <ac:chgData name="MANTHAN GAWADE" userId="30e3f1adc2ae2d6f" providerId="LiveId" clId="{DC1F8E63-22F0-41D4-BC23-95048BD64B13}" dt="2026-03-18T14:42:53.578" v="1416" actId="14100"/>
          <ac:spMkLst>
            <pc:docMk/>
            <pc:sldMk cId="613235333" sldId="266"/>
            <ac:spMk id="2" creationId="{83A8404E-9A33-F3EA-5302-0980BB6F511E}"/>
          </ac:spMkLst>
        </pc:spChg>
        <pc:spChg chg="add del mod">
          <ac:chgData name="MANTHAN GAWADE" userId="30e3f1adc2ae2d6f" providerId="LiveId" clId="{DC1F8E63-22F0-41D4-BC23-95048BD64B13}" dt="2026-03-19T14:29:57.471" v="1598" actId="478"/>
          <ac:spMkLst>
            <pc:docMk/>
            <pc:sldMk cId="613235333" sldId="266"/>
            <ac:spMk id="6" creationId="{C5509B97-984F-F113-669E-F2639E44A265}"/>
          </ac:spMkLst>
        </pc:spChg>
        <pc:spChg chg="add del mod">
          <ac:chgData name="MANTHAN GAWADE" userId="30e3f1adc2ae2d6f" providerId="LiveId" clId="{DC1F8E63-22F0-41D4-BC23-95048BD64B13}" dt="2026-03-19T14:30:42.491" v="1605" actId="21"/>
          <ac:spMkLst>
            <pc:docMk/>
            <pc:sldMk cId="613235333" sldId="266"/>
            <ac:spMk id="8" creationId="{27DD3C91-3CDF-B88F-4135-9DEC36748E21}"/>
          </ac:spMkLst>
        </pc:spChg>
        <pc:graphicFrameChg chg="add mod modGraphic">
          <ac:chgData name="MANTHAN GAWADE" userId="30e3f1adc2ae2d6f" providerId="LiveId" clId="{DC1F8E63-22F0-41D4-BC23-95048BD64B13}" dt="2026-03-19T14:30:48.638" v="1607" actId="14100"/>
          <ac:graphicFrameMkLst>
            <pc:docMk/>
            <pc:sldMk cId="613235333" sldId="266"/>
            <ac:graphicFrameMk id="3" creationId="{326F3E64-DFB5-FAE6-330E-5EF0EE0438B7}"/>
          </ac:graphicFrameMkLst>
        </pc:graphicFrameChg>
        <pc:graphicFrameChg chg="add del mod modGraphic">
          <ac:chgData name="MANTHAN GAWADE" userId="30e3f1adc2ae2d6f" providerId="LiveId" clId="{DC1F8E63-22F0-41D4-BC23-95048BD64B13}" dt="2026-03-19T14:30:08.358" v="1601" actId="478"/>
          <ac:graphicFrameMkLst>
            <pc:docMk/>
            <pc:sldMk cId="613235333" sldId="266"/>
            <ac:graphicFrameMk id="5" creationId="{CA59A038-81AE-5AE0-A3EF-BEE57EF3AE96}"/>
          </ac:graphicFrameMkLst>
        </pc:graphicFrameChg>
      </pc:sldChg>
      <pc:sldChg chg="addSp delSp modSp new mod">
        <pc:chgData name="MANTHAN GAWADE" userId="30e3f1adc2ae2d6f" providerId="LiveId" clId="{DC1F8E63-22F0-41D4-BC23-95048BD64B13}" dt="2026-03-19T16:15:53.175" v="1706" actId="14100"/>
        <pc:sldMkLst>
          <pc:docMk/>
          <pc:sldMk cId="2094673394" sldId="267"/>
        </pc:sldMkLst>
        <pc:spChg chg="mod">
          <ac:chgData name="MANTHAN GAWADE" userId="30e3f1adc2ae2d6f" providerId="LiveId" clId="{DC1F8E63-22F0-41D4-BC23-95048BD64B13}" dt="2026-03-19T16:15:53.175" v="1706" actId="14100"/>
          <ac:spMkLst>
            <pc:docMk/>
            <pc:sldMk cId="2094673394" sldId="267"/>
            <ac:spMk id="2" creationId="{AC8DFC61-6760-C256-887D-E245A4B737B5}"/>
          </ac:spMkLst>
        </pc:spChg>
        <pc:spChg chg="add del mod">
          <ac:chgData name="MANTHAN GAWADE" userId="30e3f1adc2ae2d6f" providerId="LiveId" clId="{DC1F8E63-22F0-41D4-BC23-95048BD64B13}" dt="2026-03-19T14:31:45.812" v="1614" actId="21"/>
          <ac:spMkLst>
            <pc:docMk/>
            <pc:sldMk cId="2094673394" sldId="267"/>
            <ac:spMk id="3" creationId="{FA0279BA-AF1E-EF88-7EC7-A7DAF5D389B3}"/>
          </ac:spMkLst>
        </pc:spChg>
        <pc:spChg chg="add mod">
          <ac:chgData name="MANTHAN GAWADE" userId="30e3f1adc2ae2d6f" providerId="LiveId" clId="{DC1F8E63-22F0-41D4-BC23-95048BD64B13}" dt="2026-03-19T16:15:38.207" v="1705"/>
          <ac:spMkLst>
            <pc:docMk/>
            <pc:sldMk cId="2094673394" sldId="267"/>
            <ac:spMk id="5" creationId="{F8A8E85E-C8F3-B18D-8611-10A5A717E206}"/>
          </ac:spMkLst>
        </pc:spChg>
        <pc:picChg chg="add mod">
          <ac:chgData name="MANTHAN GAWADE" userId="30e3f1adc2ae2d6f" providerId="LiveId" clId="{DC1F8E63-22F0-41D4-BC23-95048BD64B13}" dt="2026-03-19T14:43:02.117" v="1665" actId="1076"/>
          <ac:picMkLst>
            <pc:docMk/>
            <pc:sldMk cId="2094673394" sldId="267"/>
            <ac:picMk id="3074" creationId="{69B2FCDE-A9E3-EAF7-F53E-7CAA871E5E60}"/>
          </ac:picMkLst>
        </pc:picChg>
        <pc:picChg chg="add del mod">
          <ac:chgData name="MANTHAN GAWADE" userId="30e3f1adc2ae2d6f" providerId="LiveId" clId="{DC1F8E63-22F0-41D4-BC23-95048BD64B13}" dt="2026-03-19T14:31:28.301" v="1608" actId="478"/>
          <ac:picMkLst>
            <pc:docMk/>
            <pc:sldMk cId="2094673394" sldId="267"/>
            <ac:picMk id="7170" creationId="{C2218D31-4C79-E03E-732F-4C0620F91E5D}"/>
          </ac:picMkLst>
        </pc:picChg>
      </pc:sldChg>
      <pc:sldChg chg="addSp modSp new mod">
        <pc:chgData name="MANTHAN GAWADE" userId="30e3f1adc2ae2d6f" providerId="LiveId" clId="{DC1F8E63-22F0-41D4-BC23-95048BD64B13}" dt="2026-03-19T16:16:25.204" v="1713" actId="20577"/>
        <pc:sldMkLst>
          <pc:docMk/>
          <pc:sldMk cId="1094810150" sldId="268"/>
        </pc:sldMkLst>
        <pc:spChg chg="mod">
          <ac:chgData name="MANTHAN GAWADE" userId="30e3f1adc2ae2d6f" providerId="LiveId" clId="{DC1F8E63-22F0-41D4-BC23-95048BD64B13}" dt="2026-03-19T14:57:25.781" v="1674" actId="120"/>
          <ac:spMkLst>
            <pc:docMk/>
            <pc:sldMk cId="1094810150" sldId="268"/>
            <ac:spMk id="2" creationId="{7EEB0161-AD02-0F56-2A63-22B2A40DA59C}"/>
          </ac:spMkLst>
        </pc:spChg>
        <pc:spChg chg="mod">
          <ac:chgData name="MANTHAN GAWADE" userId="30e3f1adc2ae2d6f" providerId="LiveId" clId="{DC1F8E63-22F0-41D4-BC23-95048BD64B13}" dt="2026-03-19T16:16:25.204" v="1713" actId="20577"/>
          <ac:spMkLst>
            <pc:docMk/>
            <pc:sldMk cId="1094810150" sldId="268"/>
            <ac:spMk id="3" creationId="{52B71287-B3CA-AFBA-33DD-01E259B1957A}"/>
          </ac:spMkLst>
        </pc:spChg>
      </pc:sldChg>
      <pc:sldChg chg="addSp modSp new mod">
        <pc:chgData name="MANTHAN GAWADE" userId="30e3f1adc2ae2d6f" providerId="LiveId" clId="{DC1F8E63-22F0-41D4-BC23-95048BD64B13}" dt="2026-03-18T10:17:59.917" v="1262" actId="108"/>
        <pc:sldMkLst>
          <pc:docMk/>
          <pc:sldMk cId="4104335201" sldId="269"/>
        </pc:sldMkLst>
        <pc:spChg chg="mod">
          <ac:chgData name="MANTHAN GAWADE" userId="30e3f1adc2ae2d6f" providerId="LiveId" clId="{DC1F8E63-22F0-41D4-BC23-95048BD64B13}" dt="2026-03-18T10:17:59.917" v="1262" actId="108"/>
          <ac:spMkLst>
            <pc:docMk/>
            <pc:sldMk cId="4104335201" sldId="269"/>
            <ac:spMk id="2" creationId="{A20DD64E-C046-A99A-BC40-165B6A86DDBA}"/>
          </ac:spMkLst>
        </pc:spChg>
        <pc:spChg chg="mod">
          <ac:chgData name="MANTHAN GAWADE" userId="30e3f1adc2ae2d6f" providerId="LiveId" clId="{DC1F8E63-22F0-41D4-BC23-95048BD64B13}" dt="2026-03-18T10:17:18.953" v="1260" actId="20577"/>
          <ac:spMkLst>
            <pc:docMk/>
            <pc:sldMk cId="4104335201" sldId="269"/>
            <ac:spMk id="3" creationId="{900ADA76-8990-7B1D-79EF-DC8A8306E530}"/>
          </ac:spMkLst>
        </pc:spChg>
      </pc:sldChg>
      <pc:sldChg chg="addSp delSp modSp new mod">
        <pc:chgData name="MANTHAN GAWADE" userId="30e3f1adc2ae2d6f" providerId="LiveId" clId="{DC1F8E63-22F0-41D4-BC23-95048BD64B13}" dt="2026-03-19T14:53:07.897" v="1671" actId="14100"/>
        <pc:sldMkLst>
          <pc:docMk/>
          <pc:sldMk cId="3233009365" sldId="270"/>
        </pc:sldMkLst>
        <pc:spChg chg="mod">
          <ac:chgData name="MANTHAN GAWADE" userId="30e3f1adc2ae2d6f" providerId="LiveId" clId="{DC1F8E63-22F0-41D4-BC23-95048BD64B13}" dt="2026-03-18T17:54:25.090" v="1483" actId="14100"/>
          <ac:spMkLst>
            <pc:docMk/>
            <pc:sldMk cId="3233009365" sldId="270"/>
            <ac:spMk id="2" creationId="{32C5DBB3-7043-9E54-4063-AA437FBAB88F}"/>
          </ac:spMkLst>
        </pc:spChg>
        <pc:spChg chg="add mod">
          <ac:chgData name="MANTHAN GAWADE" userId="30e3f1adc2ae2d6f" providerId="LiveId" clId="{DC1F8E63-22F0-41D4-BC23-95048BD64B13}" dt="2026-03-18T17:54:09.313" v="1480" actId="1076"/>
          <ac:spMkLst>
            <pc:docMk/>
            <pc:sldMk cId="3233009365" sldId="270"/>
            <ac:spMk id="6" creationId="{3F6FA5BA-F3B0-D0CF-D479-5E02294C8456}"/>
          </ac:spMkLst>
        </pc:spChg>
        <pc:picChg chg="add del mod">
          <ac:chgData name="MANTHAN GAWADE" userId="30e3f1adc2ae2d6f" providerId="LiveId" clId="{DC1F8E63-22F0-41D4-BC23-95048BD64B13}" dt="2026-03-19T14:52:53.508" v="1666" actId="478"/>
          <ac:picMkLst>
            <pc:docMk/>
            <pc:sldMk cId="3233009365" sldId="270"/>
            <ac:picMk id="1026" creationId="{8CA4C95C-BFCF-5B6B-A803-009DA0ED9DFE}"/>
          </ac:picMkLst>
        </pc:picChg>
        <pc:picChg chg="add mod">
          <ac:chgData name="MANTHAN GAWADE" userId="30e3f1adc2ae2d6f" providerId="LiveId" clId="{DC1F8E63-22F0-41D4-BC23-95048BD64B13}" dt="2026-03-19T14:53:07.897" v="1671" actId="14100"/>
          <ac:picMkLst>
            <pc:docMk/>
            <pc:sldMk cId="3233009365" sldId="270"/>
            <ac:picMk id="1028" creationId="{B6694F42-6802-6FDC-181B-ADA8AE6358E1}"/>
          </ac:picMkLst>
        </pc:picChg>
      </pc:sldChg>
      <pc:sldChg chg="addSp delSp modSp new del">
        <pc:chgData name="MANTHAN GAWADE" userId="30e3f1adc2ae2d6f" providerId="LiveId" clId="{DC1F8E63-22F0-41D4-BC23-95048BD64B13}" dt="2026-03-19T14:42:54.599" v="1645" actId="680"/>
        <pc:sldMkLst>
          <pc:docMk/>
          <pc:sldMk cId="2215045631" sldId="271"/>
        </pc:sldMkLst>
        <pc:spChg chg="add del">
          <ac:chgData name="MANTHAN GAWADE" userId="30e3f1adc2ae2d6f" providerId="LiveId" clId="{DC1F8E63-22F0-41D4-BC23-95048BD64B13}" dt="2026-03-19T14:42:54.199" v="1644"/>
          <ac:spMkLst>
            <pc:docMk/>
            <pc:sldMk cId="2215045631" sldId="271"/>
            <ac:spMk id="3" creationId="{3D661DE5-1040-26EA-85FC-2EFAD3B04ED7}"/>
          </ac:spMkLst>
        </pc:spChg>
        <pc:graphicFrameChg chg="add mod">
          <ac:chgData name="MANTHAN GAWADE" userId="30e3f1adc2ae2d6f" providerId="LiveId" clId="{DC1F8E63-22F0-41D4-BC23-95048BD64B13}" dt="2026-03-19T14:42:54.199" v="1644"/>
          <ac:graphicFrameMkLst>
            <pc:docMk/>
            <pc:sldMk cId="2215045631" sldId="271"/>
            <ac:graphicFrameMk id="4" creationId="{27326980-52FD-CE25-03AC-92E19059E455}"/>
          </ac:graphicFrameMkLst>
        </pc:graphicFrameChg>
      </pc:sldChg>
      <pc:sldChg chg="addSp modSp new mod">
        <pc:chgData name="MANTHAN GAWADE" userId="30e3f1adc2ae2d6f" providerId="LiveId" clId="{DC1F8E63-22F0-41D4-BC23-95048BD64B13}" dt="2026-03-20T13:20:14.596" v="1716" actId="1076"/>
        <pc:sldMkLst>
          <pc:docMk/>
          <pc:sldMk cId="4027166804" sldId="271"/>
        </pc:sldMkLst>
        <pc:picChg chg="add mod">
          <ac:chgData name="MANTHAN GAWADE" userId="30e3f1adc2ae2d6f" providerId="LiveId" clId="{DC1F8E63-22F0-41D4-BC23-95048BD64B13}" dt="2026-03-20T13:20:14.596" v="1716" actId="1076"/>
          <ac:picMkLst>
            <pc:docMk/>
            <pc:sldMk cId="4027166804" sldId="271"/>
            <ac:picMk id="3" creationId="{C162EA0B-C795-480A-BDC0-7861DD616CA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1B546-EE7B-4F11-B974-C5C2239521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34F5352-10D2-44CC-574E-125D81DC6F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1E166C8-9D37-BABF-A604-81DE4CA32A88}"/>
              </a:ext>
            </a:extLst>
          </p:cNvPr>
          <p:cNvSpPr>
            <a:spLocks noGrp="1"/>
          </p:cNvSpPr>
          <p:nvPr>
            <p:ph type="dt" sz="half" idx="10"/>
          </p:nvPr>
        </p:nvSpPr>
        <p:spPr/>
        <p:txBody>
          <a:bodyPr/>
          <a:lstStyle/>
          <a:p>
            <a:fld id="{23FD212F-B907-4807-88ED-509CA5E56B7B}" type="datetimeFigureOut">
              <a:rPr lang="en-IN" smtClean="0"/>
              <a:t>19-03-2026</a:t>
            </a:fld>
            <a:endParaRPr lang="en-IN" dirty="0"/>
          </a:p>
        </p:txBody>
      </p:sp>
      <p:sp>
        <p:nvSpPr>
          <p:cNvPr id="5" name="Footer Placeholder 4">
            <a:extLst>
              <a:ext uri="{FF2B5EF4-FFF2-40B4-BE49-F238E27FC236}">
                <a16:creationId xmlns:a16="http://schemas.microsoft.com/office/drawing/2014/main" id="{BB361982-6715-505E-9C9C-D9B5F599E10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4526A56-44F5-CD9E-470C-83F3A717E82C}"/>
              </a:ext>
            </a:extLst>
          </p:cNvPr>
          <p:cNvSpPr>
            <a:spLocks noGrp="1"/>
          </p:cNvSpPr>
          <p:nvPr>
            <p:ph type="sldNum" sz="quarter" idx="12"/>
          </p:nvPr>
        </p:nvSpPr>
        <p:spPr/>
        <p:txBody>
          <a:bodyPr/>
          <a:lstStyle/>
          <a:p>
            <a:fld id="{3714D0EF-CBC6-4988-88E2-EF7A54EC0059}" type="slidenum">
              <a:rPr lang="en-IN" smtClean="0"/>
              <a:t>‹#›</a:t>
            </a:fld>
            <a:endParaRPr lang="en-IN" dirty="0"/>
          </a:p>
        </p:txBody>
      </p:sp>
    </p:spTree>
    <p:extLst>
      <p:ext uri="{BB962C8B-B14F-4D97-AF65-F5344CB8AC3E}">
        <p14:creationId xmlns:p14="http://schemas.microsoft.com/office/powerpoint/2010/main" val="3527652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8700F-22B4-7485-8CA5-14E2808CB4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9559A5-E799-F500-3C30-8E743D9104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8702A2-937B-1735-63E7-A1204EE87DA6}"/>
              </a:ext>
            </a:extLst>
          </p:cNvPr>
          <p:cNvSpPr>
            <a:spLocks noGrp="1"/>
          </p:cNvSpPr>
          <p:nvPr>
            <p:ph type="dt" sz="half" idx="10"/>
          </p:nvPr>
        </p:nvSpPr>
        <p:spPr/>
        <p:txBody>
          <a:bodyPr/>
          <a:lstStyle/>
          <a:p>
            <a:fld id="{23FD212F-B907-4807-88ED-509CA5E56B7B}" type="datetimeFigureOut">
              <a:rPr lang="en-IN" smtClean="0"/>
              <a:t>19-03-2026</a:t>
            </a:fld>
            <a:endParaRPr lang="en-IN" dirty="0"/>
          </a:p>
        </p:txBody>
      </p:sp>
      <p:sp>
        <p:nvSpPr>
          <p:cNvPr id="5" name="Footer Placeholder 4">
            <a:extLst>
              <a:ext uri="{FF2B5EF4-FFF2-40B4-BE49-F238E27FC236}">
                <a16:creationId xmlns:a16="http://schemas.microsoft.com/office/drawing/2014/main" id="{7153081B-03A2-756B-395E-56318AE3CBA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4129214-C56B-DFAD-2637-FC140D6B97EA}"/>
              </a:ext>
            </a:extLst>
          </p:cNvPr>
          <p:cNvSpPr>
            <a:spLocks noGrp="1"/>
          </p:cNvSpPr>
          <p:nvPr>
            <p:ph type="sldNum" sz="quarter" idx="12"/>
          </p:nvPr>
        </p:nvSpPr>
        <p:spPr/>
        <p:txBody>
          <a:bodyPr/>
          <a:lstStyle/>
          <a:p>
            <a:fld id="{3714D0EF-CBC6-4988-88E2-EF7A54EC0059}" type="slidenum">
              <a:rPr lang="en-IN" smtClean="0"/>
              <a:t>‹#›</a:t>
            </a:fld>
            <a:endParaRPr lang="en-IN" dirty="0"/>
          </a:p>
        </p:txBody>
      </p:sp>
    </p:spTree>
    <p:extLst>
      <p:ext uri="{BB962C8B-B14F-4D97-AF65-F5344CB8AC3E}">
        <p14:creationId xmlns:p14="http://schemas.microsoft.com/office/powerpoint/2010/main" val="3190125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0E51B-A46E-2A04-0E40-535EDD8EBD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09B37A6-8FC0-B5C2-D70C-470E921754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831492-E5F2-132C-A660-13D8536F34B8}"/>
              </a:ext>
            </a:extLst>
          </p:cNvPr>
          <p:cNvSpPr>
            <a:spLocks noGrp="1"/>
          </p:cNvSpPr>
          <p:nvPr>
            <p:ph type="dt" sz="half" idx="10"/>
          </p:nvPr>
        </p:nvSpPr>
        <p:spPr/>
        <p:txBody>
          <a:bodyPr/>
          <a:lstStyle/>
          <a:p>
            <a:fld id="{23FD212F-B907-4807-88ED-509CA5E56B7B}" type="datetimeFigureOut">
              <a:rPr lang="en-IN" smtClean="0"/>
              <a:t>19-03-2026</a:t>
            </a:fld>
            <a:endParaRPr lang="en-IN" dirty="0"/>
          </a:p>
        </p:txBody>
      </p:sp>
      <p:sp>
        <p:nvSpPr>
          <p:cNvPr id="5" name="Footer Placeholder 4">
            <a:extLst>
              <a:ext uri="{FF2B5EF4-FFF2-40B4-BE49-F238E27FC236}">
                <a16:creationId xmlns:a16="http://schemas.microsoft.com/office/drawing/2014/main" id="{9F1EFB40-3CFE-1FC3-2CC6-2473C24A8EC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D190C1-6A7F-5F10-500B-B69EEC04F05E}"/>
              </a:ext>
            </a:extLst>
          </p:cNvPr>
          <p:cNvSpPr>
            <a:spLocks noGrp="1"/>
          </p:cNvSpPr>
          <p:nvPr>
            <p:ph type="sldNum" sz="quarter" idx="12"/>
          </p:nvPr>
        </p:nvSpPr>
        <p:spPr/>
        <p:txBody>
          <a:bodyPr/>
          <a:lstStyle/>
          <a:p>
            <a:fld id="{3714D0EF-CBC6-4988-88E2-EF7A54EC0059}" type="slidenum">
              <a:rPr lang="en-IN" smtClean="0"/>
              <a:t>‹#›</a:t>
            </a:fld>
            <a:endParaRPr lang="en-IN" dirty="0"/>
          </a:p>
        </p:txBody>
      </p:sp>
    </p:spTree>
    <p:extLst>
      <p:ext uri="{BB962C8B-B14F-4D97-AF65-F5344CB8AC3E}">
        <p14:creationId xmlns:p14="http://schemas.microsoft.com/office/powerpoint/2010/main" val="1526453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90B67-A04A-FA67-A9CE-D81C1E8EAA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1976A9-485C-35E0-74E6-53F31A8301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CFA93AB-AE98-6005-CAE8-DB7A739030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79DD8C1-5006-92A6-BD9D-28E1CA5B6FDC}"/>
              </a:ext>
            </a:extLst>
          </p:cNvPr>
          <p:cNvSpPr>
            <a:spLocks noGrp="1"/>
          </p:cNvSpPr>
          <p:nvPr>
            <p:ph type="dt" sz="half" idx="10"/>
          </p:nvPr>
        </p:nvSpPr>
        <p:spPr/>
        <p:txBody>
          <a:bodyPr/>
          <a:lstStyle/>
          <a:p>
            <a:fld id="{23FD212F-B907-4807-88ED-509CA5E56B7B}" type="datetimeFigureOut">
              <a:rPr lang="en-IN" smtClean="0"/>
              <a:t>19-03-2026</a:t>
            </a:fld>
            <a:endParaRPr lang="en-IN" dirty="0"/>
          </a:p>
        </p:txBody>
      </p:sp>
      <p:sp>
        <p:nvSpPr>
          <p:cNvPr id="6" name="Footer Placeholder 5">
            <a:extLst>
              <a:ext uri="{FF2B5EF4-FFF2-40B4-BE49-F238E27FC236}">
                <a16:creationId xmlns:a16="http://schemas.microsoft.com/office/drawing/2014/main" id="{005A555E-586A-8FAF-FE92-C4582881E5D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03B3C475-58DC-510E-6D04-43B46777057B}"/>
              </a:ext>
            </a:extLst>
          </p:cNvPr>
          <p:cNvSpPr>
            <a:spLocks noGrp="1"/>
          </p:cNvSpPr>
          <p:nvPr>
            <p:ph type="sldNum" sz="quarter" idx="12"/>
          </p:nvPr>
        </p:nvSpPr>
        <p:spPr/>
        <p:txBody>
          <a:bodyPr/>
          <a:lstStyle/>
          <a:p>
            <a:fld id="{3714D0EF-CBC6-4988-88E2-EF7A54EC0059}" type="slidenum">
              <a:rPr lang="en-IN" smtClean="0"/>
              <a:t>‹#›</a:t>
            </a:fld>
            <a:endParaRPr lang="en-IN" dirty="0"/>
          </a:p>
        </p:txBody>
      </p:sp>
    </p:spTree>
    <p:extLst>
      <p:ext uri="{BB962C8B-B14F-4D97-AF65-F5344CB8AC3E}">
        <p14:creationId xmlns:p14="http://schemas.microsoft.com/office/powerpoint/2010/main" val="1892846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63F78-65BA-F2AD-0AE9-FA962FD5A4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03E606-26C7-9754-3C4C-7AEE7C7DFD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4A8FFD-4B6E-39A8-3187-CCF09AFCCE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3C930E-AA35-F853-6BB3-05D5FD091C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B3B87A-CA0D-2AB4-02CE-3D8F12B180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C8625F8-0655-5A0E-9316-77CDD10C4338}"/>
              </a:ext>
            </a:extLst>
          </p:cNvPr>
          <p:cNvSpPr>
            <a:spLocks noGrp="1"/>
          </p:cNvSpPr>
          <p:nvPr>
            <p:ph type="dt" sz="half" idx="10"/>
          </p:nvPr>
        </p:nvSpPr>
        <p:spPr/>
        <p:txBody>
          <a:bodyPr/>
          <a:lstStyle/>
          <a:p>
            <a:fld id="{23FD212F-B907-4807-88ED-509CA5E56B7B}" type="datetimeFigureOut">
              <a:rPr lang="en-IN" smtClean="0"/>
              <a:t>19-03-2026</a:t>
            </a:fld>
            <a:endParaRPr lang="en-IN" dirty="0"/>
          </a:p>
        </p:txBody>
      </p:sp>
      <p:sp>
        <p:nvSpPr>
          <p:cNvPr id="8" name="Footer Placeholder 7">
            <a:extLst>
              <a:ext uri="{FF2B5EF4-FFF2-40B4-BE49-F238E27FC236}">
                <a16:creationId xmlns:a16="http://schemas.microsoft.com/office/drawing/2014/main" id="{B0C41532-36C7-D806-12E8-9EFE92FEBC9A}"/>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7A4EFF0B-2CEA-A967-1656-1E4FAAEEC718}"/>
              </a:ext>
            </a:extLst>
          </p:cNvPr>
          <p:cNvSpPr>
            <a:spLocks noGrp="1"/>
          </p:cNvSpPr>
          <p:nvPr>
            <p:ph type="sldNum" sz="quarter" idx="12"/>
          </p:nvPr>
        </p:nvSpPr>
        <p:spPr/>
        <p:txBody>
          <a:bodyPr/>
          <a:lstStyle/>
          <a:p>
            <a:fld id="{3714D0EF-CBC6-4988-88E2-EF7A54EC0059}" type="slidenum">
              <a:rPr lang="en-IN" smtClean="0"/>
              <a:t>‹#›</a:t>
            </a:fld>
            <a:endParaRPr lang="en-IN" dirty="0"/>
          </a:p>
        </p:txBody>
      </p:sp>
    </p:spTree>
    <p:extLst>
      <p:ext uri="{BB962C8B-B14F-4D97-AF65-F5344CB8AC3E}">
        <p14:creationId xmlns:p14="http://schemas.microsoft.com/office/powerpoint/2010/main" val="41584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930A6-5874-5AB8-45BA-4C721020FEB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D9F8B50-4D62-C243-93A5-D06CD571C47D}"/>
              </a:ext>
            </a:extLst>
          </p:cNvPr>
          <p:cNvSpPr>
            <a:spLocks noGrp="1"/>
          </p:cNvSpPr>
          <p:nvPr>
            <p:ph type="dt" sz="half" idx="10"/>
          </p:nvPr>
        </p:nvSpPr>
        <p:spPr/>
        <p:txBody>
          <a:bodyPr/>
          <a:lstStyle/>
          <a:p>
            <a:fld id="{23FD212F-B907-4807-88ED-509CA5E56B7B}" type="datetimeFigureOut">
              <a:rPr lang="en-IN" smtClean="0"/>
              <a:t>19-03-2026</a:t>
            </a:fld>
            <a:endParaRPr lang="en-IN" dirty="0"/>
          </a:p>
        </p:txBody>
      </p:sp>
      <p:sp>
        <p:nvSpPr>
          <p:cNvPr id="4" name="Footer Placeholder 3">
            <a:extLst>
              <a:ext uri="{FF2B5EF4-FFF2-40B4-BE49-F238E27FC236}">
                <a16:creationId xmlns:a16="http://schemas.microsoft.com/office/drawing/2014/main" id="{F3BE0D68-A268-952D-2BD6-57F35AAA447F}"/>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ABCA6FB1-9627-CE7D-B0C2-002A4F3107C5}"/>
              </a:ext>
            </a:extLst>
          </p:cNvPr>
          <p:cNvSpPr>
            <a:spLocks noGrp="1"/>
          </p:cNvSpPr>
          <p:nvPr>
            <p:ph type="sldNum" sz="quarter" idx="12"/>
          </p:nvPr>
        </p:nvSpPr>
        <p:spPr/>
        <p:txBody>
          <a:bodyPr/>
          <a:lstStyle/>
          <a:p>
            <a:fld id="{3714D0EF-CBC6-4988-88E2-EF7A54EC0059}" type="slidenum">
              <a:rPr lang="en-IN" smtClean="0"/>
              <a:t>‹#›</a:t>
            </a:fld>
            <a:endParaRPr lang="en-IN" dirty="0"/>
          </a:p>
        </p:txBody>
      </p:sp>
    </p:spTree>
    <p:extLst>
      <p:ext uri="{BB962C8B-B14F-4D97-AF65-F5344CB8AC3E}">
        <p14:creationId xmlns:p14="http://schemas.microsoft.com/office/powerpoint/2010/main" val="3504856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693A87-3B1C-767F-B0AA-E5EBF7AA6667}"/>
              </a:ext>
            </a:extLst>
          </p:cNvPr>
          <p:cNvSpPr>
            <a:spLocks noGrp="1"/>
          </p:cNvSpPr>
          <p:nvPr>
            <p:ph type="dt" sz="half" idx="10"/>
          </p:nvPr>
        </p:nvSpPr>
        <p:spPr/>
        <p:txBody>
          <a:bodyPr/>
          <a:lstStyle/>
          <a:p>
            <a:fld id="{23FD212F-B907-4807-88ED-509CA5E56B7B}" type="datetimeFigureOut">
              <a:rPr lang="en-IN" smtClean="0"/>
              <a:t>19-03-2026</a:t>
            </a:fld>
            <a:endParaRPr lang="en-IN" dirty="0"/>
          </a:p>
        </p:txBody>
      </p:sp>
      <p:sp>
        <p:nvSpPr>
          <p:cNvPr id="3" name="Footer Placeholder 2">
            <a:extLst>
              <a:ext uri="{FF2B5EF4-FFF2-40B4-BE49-F238E27FC236}">
                <a16:creationId xmlns:a16="http://schemas.microsoft.com/office/drawing/2014/main" id="{4BD79113-9D4B-DECA-A38F-5078289BAD5E}"/>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86A77611-4EA9-36BA-DE13-1AC96F03857C}"/>
              </a:ext>
            </a:extLst>
          </p:cNvPr>
          <p:cNvSpPr>
            <a:spLocks noGrp="1"/>
          </p:cNvSpPr>
          <p:nvPr>
            <p:ph type="sldNum" sz="quarter" idx="12"/>
          </p:nvPr>
        </p:nvSpPr>
        <p:spPr/>
        <p:txBody>
          <a:bodyPr/>
          <a:lstStyle/>
          <a:p>
            <a:fld id="{3714D0EF-CBC6-4988-88E2-EF7A54EC0059}" type="slidenum">
              <a:rPr lang="en-IN" smtClean="0"/>
              <a:t>‹#›</a:t>
            </a:fld>
            <a:endParaRPr lang="en-IN" dirty="0"/>
          </a:p>
        </p:txBody>
      </p:sp>
    </p:spTree>
    <p:extLst>
      <p:ext uri="{BB962C8B-B14F-4D97-AF65-F5344CB8AC3E}">
        <p14:creationId xmlns:p14="http://schemas.microsoft.com/office/powerpoint/2010/main" val="1097703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AFF8B-0F6F-056C-2904-7F1A2C423A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6791685-C3B1-7E85-DBB5-7DE98C6F55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5F82CA-539E-B63E-2FF3-60D3FE58F8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2D28FD-253E-31B0-2046-0A34A01EFD8C}"/>
              </a:ext>
            </a:extLst>
          </p:cNvPr>
          <p:cNvSpPr>
            <a:spLocks noGrp="1"/>
          </p:cNvSpPr>
          <p:nvPr>
            <p:ph type="dt" sz="half" idx="10"/>
          </p:nvPr>
        </p:nvSpPr>
        <p:spPr/>
        <p:txBody>
          <a:bodyPr/>
          <a:lstStyle/>
          <a:p>
            <a:fld id="{23FD212F-B907-4807-88ED-509CA5E56B7B}" type="datetimeFigureOut">
              <a:rPr lang="en-IN" smtClean="0"/>
              <a:t>19-03-2026</a:t>
            </a:fld>
            <a:endParaRPr lang="en-IN" dirty="0"/>
          </a:p>
        </p:txBody>
      </p:sp>
      <p:sp>
        <p:nvSpPr>
          <p:cNvPr id="6" name="Footer Placeholder 5">
            <a:extLst>
              <a:ext uri="{FF2B5EF4-FFF2-40B4-BE49-F238E27FC236}">
                <a16:creationId xmlns:a16="http://schemas.microsoft.com/office/drawing/2014/main" id="{37B434F4-2D5C-8D99-BFA8-21C060360058}"/>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EBD0820B-E7C0-BEFE-2DFB-5F3587172382}"/>
              </a:ext>
            </a:extLst>
          </p:cNvPr>
          <p:cNvSpPr>
            <a:spLocks noGrp="1"/>
          </p:cNvSpPr>
          <p:nvPr>
            <p:ph type="sldNum" sz="quarter" idx="12"/>
          </p:nvPr>
        </p:nvSpPr>
        <p:spPr/>
        <p:txBody>
          <a:bodyPr/>
          <a:lstStyle/>
          <a:p>
            <a:fld id="{3714D0EF-CBC6-4988-88E2-EF7A54EC0059}" type="slidenum">
              <a:rPr lang="en-IN" smtClean="0"/>
              <a:t>‹#›</a:t>
            </a:fld>
            <a:endParaRPr lang="en-IN" dirty="0"/>
          </a:p>
        </p:txBody>
      </p:sp>
    </p:spTree>
    <p:extLst>
      <p:ext uri="{BB962C8B-B14F-4D97-AF65-F5344CB8AC3E}">
        <p14:creationId xmlns:p14="http://schemas.microsoft.com/office/powerpoint/2010/main" val="1365013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CD406-3C1F-225D-F8AA-1320261B9E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E2B3988-1DBC-4CC7-F026-570C615965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14FFE63-C9FF-10D5-15EA-3207D0D072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5FD9F1-C130-4D2E-D39A-F582106CA97D}"/>
              </a:ext>
            </a:extLst>
          </p:cNvPr>
          <p:cNvSpPr>
            <a:spLocks noGrp="1"/>
          </p:cNvSpPr>
          <p:nvPr>
            <p:ph type="dt" sz="half" idx="10"/>
          </p:nvPr>
        </p:nvSpPr>
        <p:spPr/>
        <p:txBody>
          <a:bodyPr/>
          <a:lstStyle/>
          <a:p>
            <a:fld id="{23FD212F-B907-4807-88ED-509CA5E56B7B}" type="datetimeFigureOut">
              <a:rPr lang="en-IN" smtClean="0"/>
              <a:t>19-03-2026</a:t>
            </a:fld>
            <a:endParaRPr lang="en-IN" dirty="0"/>
          </a:p>
        </p:txBody>
      </p:sp>
      <p:sp>
        <p:nvSpPr>
          <p:cNvPr id="6" name="Footer Placeholder 5">
            <a:extLst>
              <a:ext uri="{FF2B5EF4-FFF2-40B4-BE49-F238E27FC236}">
                <a16:creationId xmlns:a16="http://schemas.microsoft.com/office/drawing/2014/main" id="{CFF32D8F-E43B-B05B-FCCD-15A513786C3B}"/>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AD7CE71E-66A0-4ADF-174C-A81FD777E5DC}"/>
              </a:ext>
            </a:extLst>
          </p:cNvPr>
          <p:cNvSpPr>
            <a:spLocks noGrp="1"/>
          </p:cNvSpPr>
          <p:nvPr>
            <p:ph type="sldNum" sz="quarter" idx="12"/>
          </p:nvPr>
        </p:nvSpPr>
        <p:spPr/>
        <p:txBody>
          <a:bodyPr/>
          <a:lstStyle/>
          <a:p>
            <a:fld id="{3714D0EF-CBC6-4988-88E2-EF7A54EC0059}" type="slidenum">
              <a:rPr lang="en-IN" smtClean="0"/>
              <a:t>‹#›</a:t>
            </a:fld>
            <a:endParaRPr lang="en-IN" dirty="0"/>
          </a:p>
        </p:txBody>
      </p:sp>
    </p:spTree>
    <p:extLst>
      <p:ext uri="{BB962C8B-B14F-4D97-AF65-F5344CB8AC3E}">
        <p14:creationId xmlns:p14="http://schemas.microsoft.com/office/powerpoint/2010/main" val="2181236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44743-E310-E5A5-F47E-B740FADFA9C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CEC9E86-7B3B-E136-BEE5-A193D33257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DF2037-723F-00AB-38E3-C91CA9022E26}"/>
              </a:ext>
            </a:extLst>
          </p:cNvPr>
          <p:cNvSpPr>
            <a:spLocks noGrp="1"/>
          </p:cNvSpPr>
          <p:nvPr>
            <p:ph type="dt" sz="half" idx="10"/>
          </p:nvPr>
        </p:nvSpPr>
        <p:spPr/>
        <p:txBody>
          <a:bodyPr/>
          <a:lstStyle/>
          <a:p>
            <a:fld id="{23FD212F-B907-4807-88ED-509CA5E56B7B}" type="datetimeFigureOut">
              <a:rPr lang="en-IN" smtClean="0"/>
              <a:t>19-03-2026</a:t>
            </a:fld>
            <a:endParaRPr lang="en-IN" dirty="0"/>
          </a:p>
        </p:txBody>
      </p:sp>
      <p:sp>
        <p:nvSpPr>
          <p:cNvPr id="5" name="Footer Placeholder 4">
            <a:extLst>
              <a:ext uri="{FF2B5EF4-FFF2-40B4-BE49-F238E27FC236}">
                <a16:creationId xmlns:a16="http://schemas.microsoft.com/office/drawing/2014/main" id="{8F1C0844-B359-1118-BAEC-D5A25A3FE8C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5785FAA-C044-3244-E5A7-EF5F4BA7F52F}"/>
              </a:ext>
            </a:extLst>
          </p:cNvPr>
          <p:cNvSpPr>
            <a:spLocks noGrp="1"/>
          </p:cNvSpPr>
          <p:nvPr>
            <p:ph type="sldNum" sz="quarter" idx="12"/>
          </p:nvPr>
        </p:nvSpPr>
        <p:spPr/>
        <p:txBody>
          <a:bodyPr/>
          <a:lstStyle/>
          <a:p>
            <a:fld id="{3714D0EF-CBC6-4988-88E2-EF7A54EC0059}" type="slidenum">
              <a:rPr lang="en-IN" smtClean="0"/>
              <a:t>‹#›</a:t>
            </a:fld>
            <a:endParaRPr lang="en-IN" dirty="0"/>
          </a:p>
        </p:txBody>
      </p:sp>
    </p:spTree>
    <p:extLst>
      <p:ext uri="{BB962C8B-B14F-4D97-AF65-F5344CB8AC3E}">
        <p14:creationId xmlns:p14="http://schemas.microsoft.com/office/powerpoint/2010/main" val="681727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A7AD1F-966F-A9CF-2CE2-290071E89A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C528A3-60F1-6781-37A8-BA23E41A6A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305470-F6DD-0BB4-93C2-326857406DE0}"/>
              </a:ext>
            </a:extLst>
          </p:cNvPr>
          <p:cNvSpPr>
            <a:spLocks noGrp="1"/>
          </p:cNvSpPr>
          <p:nvPr>
            <p:ph type="dt" sz="half" idx="10"/>
          </p:nvPr>
        </p:nvSpPr>
        <p:spPr/>
        <p:txBody>
          <a:bodyPr/>
          <a:lstStyle/>
          <a:p>
            <a:fld id="{23FD212F-B907-4807-88ED-509CA5E56B7B}" type="datetimeFigureOut">
              <a:rPr lang="en-IN" smtClean="0"/>
              <a:t>19-03-2026</a:t>
            </a:fld>
            <a:endParaRPr lang="en-IN" dirty="0"/>
          </a:p>
        </p:txBody>
      </p:sp>
      <p:sp>
        <p:nvSpPr>
          <p:cNvPr id="5" name="Footer Placeholder 4">
            <a:extLst>
              <a:ext uri="{FF2B5EF4-FFF2-40B4-BE49-F238E27FC236}">
                <a16:creationId xmlns:a16="http://schemas.microsoft.com/office/drawing/2014/main" id="{D85B5094-071F-6AB5-8DB7-2BA574D5650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8441D22-AE81-D15F-EED8-D60D8061BCF7}"/>
              </a:ext>
            </a:extLst>
          </p:cNvPr>
          <p:cNvSpPr>
            <a:spLocks noGrp="1"/>
          </p:cNvSpPr>
          <p:nvPr>
            <p:ph type="sldNum" sz="quarter" idx="12"/>
          </p:nvPr>
        </p:nvSpPr>
        <p:spPr/>
        <p:txBody>
          <a:bodyPr/>
          <a:lstStyle/>
          <a:p>
            <a:fld id="{3714D0EF-CBC6-4988-88E2-EF7A54EC0059}" type="slidenum">
              <a:rPr lang="en-IN" smtClean="0"/>
              <a:t>‹#›</a:t>
            </a:fld>
            <a:endParaRPr lang="en-IN" dirty="0"/>
          </a:p>
        </p:txBody>
      </p:sp>
    </p:spTree>
    <p:extLst>
      <p:ext uri="{BB962C8B-B14F-4D97-AF65-F5344CB8AC3E}">
        <p14:creationId xmlns:p14="http://schemas.microsoft.com/office/powerpoint/2010/main" val="2877361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3C244A-17FF-4569-8AD9-1824165FC1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0E814A-5717-29F6-18D0-37C18B861D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665E46-4020-716D-8A13-B4157CA87B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FD212F-B907-4807-88ED-509CA5E56B7B}" type="datetimeFigureOut">
              <a:rPr lang="en-IN" smtClean="0"/>
              <a:t>19-03-2026</a:t>
            </a:fld>
            <a:endParaRPr lang="en-IN" dirty="0"/>
          </a:p>
        </p:txBody>
      </p:sp>
      <p:sp>
        <p:nvSpPr>
          <p:cNvPr id="5" name="Footer Placeholder 4">
            <a:extLst>
              <a:ext uri="{FF2B5EF4-FFF2-40B4-BE49-F238E27FC236}">
                <a16:creationId xmlns:a16="http://schemas.microsoft.com/office/drawing/2014/main" id="{9A6A937D-8E2C-45CD-A2EE-20516B6D6F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866A93BA-DD80-26D1-DBD1-D3046CCC1B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14D0EF-CBC6-4988-88E2-EF7A54EC0059}" type="slidenum">
              <a:rPr lang="en-IN" smtClean="0"/>
              <a:t>‹#›</a:t>
            </a:fld>
            <a:endParaRPr lang="en-IN" dirty="0"/>
          </a:p>
        </p:txBody>
      </p:sp>
    </p:spTree>
    <p:extLst>
      <p:ext uri="{BB962C8B-B14F-4D97-AF65-F5344CB8AC3E}">
        <p14:creationId xmlns:p14="http://schemas.microsoft.com/office/powerpoint/2010/main" val="2784787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C4BE8-FA72-F66D-0226-DF6BEFE76E28}"/>
              </a:ext>
            </a:extLst>
          </p:cNvPr>
          <p:cNvSpPr>
            <a:spLocks noGrp="1"/>
          </p:cNvSpPr>
          <p:nvPr>
            <p:ph type="ctrTitle"/>
          </p:nvPr>
        </p:nvSpPr>
        <p:spPr>
          <a:xfrm>
            <a:off x="806245" y="1122363"/>
            <a:ext cx="9861755" cy="2387600"/>
          </a:xfrm>
        </p:spPr>
        <p:txBody>
          <a:bodyPr>
            <a:normAutofit/>
          </a:bodyPr>
          <a:lstStyle/>
          <a:p>
            <a:r>
              <a:rPr lang="en-IN" sz="6600" b="1" dirty="0">
                <a:latin typeface="Times New Roman" panose="02020603050405020304" pitchFamily="18" charset="0"/>
                <a:cs typeface="Times New Roman" panose="02020603050405020304" pitchFamily="18" charset="0"/>
              </a:rPr>
              <a:t>Telecom Customer churn</a:t>
            </a:r>
          </a:p>
        </p:txBody>
      </p:sp>
    </p:spTree>
    <p:extLst>
      <p:ext uri="{BB962C8B-B14F-4D97-AF65-F5344CB8AC3E}">
        <p14:creationId xmlns:p14="http://schemas.microsoft.com/office/powerpoint/2010/main" val="1402880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139EE-2216-4915-4F87-384B7FFE6BC0}"/>
              </a:ext>
            </a:extLst>
          </p:cNvPr>
          <p:cNvSpPr>
            <a:spLocks noGrp="1"/>
          </p:cNvSpPr>
          <p:nvPr>
            <p:ph type="title"/>
          </p:nvPr>
        </p:nvSpPr>
        <p:spPr>
          <a:xfrm>
            <a:off x="926691" y="875072"/>
            <a:ext cx="10515600" cy="1042218"/>
          </a:xfrm>
        </p:spPr>
        <p:txBody>
          <a:bodyPr>
            <a:noAutofit/>
          </a:bodyPr>
          <a:lstStyle/>
          <a:p>
            <a:r>
              <a:rPr lang="en-IN" b="1" dirty="0">
                <a:latin typeface="Times New Roman" panose="02020603050405020304" pitchFamily="18" charset="0"/>
                <a:cs typeface="Times New Roman" panose="02020603050405020304" pitchFamily="18" charset="0"/>
              </a:rPr>
              <a:t>Problem Statement</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971C07E-C4EC-D32B-05CC-61C339784AFD}"/>
              </a:ext>
            </a:extLst>
          </p:cNvPr>
          <p:cNvSpPr>
            <a:spLocks noGrp="1"/>
          </p:cNvSpPr>
          <p:nvPr>
            <p:ph idx="1"/>
          </p:nvPr>
        </p:nvSpPr>
        <p:spPr/>
        <p:txBody>
          <a:bodyPr/>
          <a:lstStyle/>
          <a:p>
            <a:pPr>
              <a:lnSpc>
                <a:spcPct val="150000"/>
              </a:lnSpc>
            </a:pPr>
            <a:r>
              <a:rPr lang="en-US" sz="1800" dirty="0"/>
              <a:t>Telecom companies face challenges in identifying customers who are likely to leave their services.</a:t>
            </a:r>
          </a:p>
          <a:p>
            <a:pPr>
              <a:lnSpc>
                <a:spcPct val="150000"/>
              </a:lnSpc>
            </a:pPr>
            <a:r>
              <a:rPr lang="en-US" sz="1800" dirty="0"/>
              <a:t>Manual analysis of large volumes of customer data is time-consuming and inefficient.</a:t>
            </a:r>
          </a:p>
          <a:p>
            <a:pPr>
              <a:lnSpc>
                <a:spcPct val="150000"/>
              </a:lnSpc>
            </a:pPr>
            <a:r>
              <a:rPr lang="en-US" sz="1800" dirty="0"/>
              <a:t>Early detection of potential churn customers is important to reduce revenue loss.</a:t>
            </a:r>
          </a:p>
          <a:p>
            <a:pPr>
              <a:lnSpc>
                <a:spcPct val="150000"/>
              </a:lnSpc>
            </a:pPr>
            <a:r>
              <a:rPr lang="en-US" sz="1800" dirty="0"/>
              <a:t>The goal of this project is to develop a </a:t>
            </a:r>
            <a:r>
              <a:rPr lang="en-US" sz="1800" b="1" dirty="0"/>
              <a:t>Machine Learning model to predict customer churn</a:t>
            </a:r>
            <a:r>
              <a:rPr lang="en-US" sz="1800" dirty="0"/>
              <a:t> and help telecom companies take proactive retention actions. </a:t>
            </a:r>
          </a:p>
          <a:p>
            <a:endParaRPr lang="en-IN" dirty="0"/>
          </a:p>
        </p:txBody>
      </p:sp>
    </p:spTree>
    <p:extLst>
      <p:ext uri="{BB962C8B-B14F-4D97-AF65-F5344CB8AC3E}">
        <p14:creationId xmlns:p14="http://schemas.microsoft.com/office/powerpoint/2010/main" val="4144857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F6E7B-E49D-BA19-EE2A-C1899347E3AB}"/>
              </a:ext>
            </a:extLst>
          </p:cNvPr>
          <p:cNvSpPr>
            <a:spLocks noGrp="1"/>
          </p:cNvSpPr>
          <p:nvPr>
            <p:ph type="title"/>
          </p:nvPr>
        </p:nvSpPr>
        <p:spPr>
          <a:xfrm>
            <a:off x="838200" y="365126"/>
            <a:ext cx="10515600" cy="883572"/>
          </a:xfrm>
        </p:spPr>
        <p:txBody>
          <a:bodyPr>
            <a:normAutofit/>
          </a:bodyPr>
          <a:lstStyle/>
          <a:p>
            <a:r>
              <a:rPr lang="en-IN" sz="4000" b="1" dirty="0">
                <a:latin typeface="Times New Roman" panose="02020603050405020304" pitchFamily="18" charset="0"/>
                <a:cs typeface="Times New Roman" panose="02020603050405020304" pitchFamily="18" charset="0"/>
              </a:rPr>
              <a:t>Dataset Description</a:t>
            </a:r>
          </a:p>
        </p:txBody>
      </p:sp>
      <p:sp>
        <p:nvSpPr>
          <p:cNvPr id="3" name="Content Placeholder 2">
            <a:extLst>
              <a:ext uri="{FF2B5EF4-FFF2-40B4-BE49-F238E27FC236}">
                <a16:creationId xmlns:a16="http://schemas.microsoft.com/office/drawing/2014/main" id="{7DCF52D6-22AE-E54D-7041-8C857506A23E}"/>
              </a:ext>
            </a:extLst>
          </p:cNvPr>
          <p:cNvSpPr>
            <a:spLocks noGrp="1"/>
          </p:cNvSpPr>
          <p:nvPr>
            <p:ph idx="1"/>
          </p:nvPr>
        </p:nvSpPr>
        <p:spPr>
          <a:xfrm>
            <a:off x="838200" y="1432335"/>
            <a:ext cx="10515600" cy="4860310"/>
          </a:xfrm>
        </p:spPr>
        <p:txBody>
          <a:bodyPr>
            <a:normAutofit lnSpcReduction="10000"/>
          </a:bodyPr>
          <a:lstStyle/>
          <a:p>
            <a:pPr>
              <a:lnSpc>
                <a:spcPct val="150000"/>
              </a:lnSpc>
              <a:buFont typeface="Wingdings" panose="05000000000000000000" pitchFamily="2" charset="2"/>
              <a:buChar char="Ø"/>
            </a:pPr>
            <a:r>
              <a:rPr lang="en-US" sz="2000" dirty="0"/>
              <a:t>The dataset contains 7043 customer records and 21 features.</a:t>
            </a:r>
          </a:p>
          <a:p>
            <a:pPr>
              <a:lnSpc>
                <a:spcPct val="150000"/>
              </a:lnSpc>
            </a:pPr>
            <a:r>
              <a:rPr lang="en-US" sz="2000" dirty="0"/>
              <a:t>Demographic Information: Gender, Senior , Partner ,Dependents</a:t>
            </a:r>
          </a:p>
          <a:p>
            <a:pPr>
              <a:lnSpc>
                <a:spcPct val="150000"/>
              </a:lnSpc>
            </a:pPr>
            <a:r>
              <a:rPr lang="en-US" sz="2000" dirty="0"/>
              <a:t> Account Information: Tenure, Contract , Paperless Billing , Payment Method</a:t>
            </a:r>
          </a:p>
          <a:p>
            <a:pPr>
              <a:lnSpc>
                <a:spcPct val="150000"/>
              </a:lnSpc>
            </a:pPr>
            <a:r>
              <a:rPr lang="en-US" sz="2000" dirty="0"/>
              <a:t>Service Information: Internet Service, Phone Service, Device Protection, Tech Support </a:t>
            </a:r>
          </a:p>
          <a:p>
            <a:pPr marL="0" indent="0">
              <a:lnSpc>
                <a:spcPct val="150000"/>
              </a:lnSpc>
              <a:buNone/>
            </a:pPr>
            <a:r>
              <a:rPr lang="en-US" sz="2000" dirty="0"/>
              <a:t>    Streaming TV , Streaming Movies</a:t>
            </a:r>
          </a:p>
          <a:p>
            <a:pPr>
              <a:lnSpc>
                <a:spcPct val="150000"/>
              </a:lnSpc>
            </a:pPr>
            <a:r>
              <a:rPr lang="en-US" sz="2000" dirty="0"/>
              <a:t>Information: Monthly Charges, Total Charges</a:t>
            </a:r>
          </a:p>
          <a:p>
            <a:pPr>
              <a:lnSpc>
                <a:spcPct val="150000"/>
              </a:lnSpc>
              <a:buFont typeface="Wingdings" panose="05000000000000000000" pitchFamily="2" charset="2"/>
              <a:buChar char="Ø"/>
            </a:pPr>
            <a:r>
              <a:rPr lang="en-US" sz="2000" dirty="0"/>
              <a:t>Target Variable: Churn — indicates whether a customer has left the telecom service (Yes/No).</a:t>
            </a:r>
          </a:p>
          <a:p>
            <a:pPr>
              <a:lnSpc>
                <a:spcPct val="150000"/>
              </a:lnSpc>
              <a:buFont typeface="Wingdings" panose="05000000000000000000" pitchFamily="2" charset="2"/>
              <a:buChar char="Ø"/>
            </a:pPr>
            <a:r>
              <a:rPr lang="en-US" sz="2000" dirty="0"/>
              <a:t>The dataset contains 3555 male customers and 3488 female customers, showing a nearly balanced gender distribution. </a:t>
            </a:r>
          </a:p>
          <a:p>
            <a:pPr marL="0" indent="0">
              <a:buNone/>
            </a:pPr>
            <a:endParaRPr lang="en-IN" sz="2000" dirty="0"/>
          </a:p>
        </p:txBody>
      </p:sp>
    </p:spTree>
    <p:extLst>
      <p:ext uri="{BB962C8B-B14F-4D97-AF65-F5344CB8AC3E}">
        <p14:creationId xmlns:p14="http://schemas.microsoft.com/office/powerpoint/2010/main" val="993881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DD64E-C046-A99A-BC40-165B6A86DDBA}"/>
              </a:ext>
            </a:extLst>
          </p:cNvPr>
          <p:cNvSpPr>
            <a:spLocks noGrp="1"/>
          </p:cNvSpPr>
          <p:nvPr>
            <p:ph type="title"/>
          </p:nvPr>
        </p:nvSpPr>
        <p:spPr/>
        <p:txBody>
          <a:bodyPr/>
          <a:lstStyle/>
          <a:p>
            <a:r>
              <a:rPr lang="en-IN" sz="4000" b="1" dirty="0">
                <a:latin typeface="Times New Roman" panose="02020603050405020304" pitchFamily="18" charset="0"/>
                <a:cs typeface="Times New Roman" panose="02020603050405020304" pitchFamily="18" charset="0"/>
              </a:rPr>
              <a:t>Feature Engineering</a:t>
            </a:r>
          </a:p>
        </p:txBody>
      </p:sp>
      <p:sp>
        <p:nvSpPr>
          <p:cNvPr id="3" name="Content Placeholder 2">
            <a:extLst>
              <a:ext uri="{FF2B5EF4-FFF2-40B4-BE49-F238E27FC236}">
                <a16:creationId xmlns:a16="http://schemas.microsoft.com/office/drawing/2014/main" id="{900ADA76-8990-7B1D-79EF-DC8A8306E530}"/>
              </a:ext>
            </a:extLst>
          </p:cNvPr>
          <p:cNvSpPr>
            <a:spLocks noGrp="1"/>
          </p:cNvSpPr>
          <p:nvPr>
            <p:ph idx="1"/>
          </p:nvPr>
        </p:nvSpPr>
        <p:spPr/>
        <p:txBody>
          <a:bodyPr>
            <a:normAutofit/>
          </a:bodyPr>
          <a:lstStyle/>
          <a:p>
            <a:pPr>
              <a:lnSpc>
                <a:spcPct val="150000"/>
              </a:lnSpc>
            </a:pPr>
            <a:r>
              <a:rPr lang="en-US" sz="2000" dirty="0"/>
              <a:t>Binned tenure, monthly charges, and total charges into meaningful groups to simplify analysis</a:t>
            </a:r>
          </a:p>
          <a:p>
            <a:pPr>
              <a:lnSpc>
                <a:spcPct val="150000"/>
              </a:lnSpc>
            </a:pPr>
            <a:r>
              <a:rPr lang="en-US" sz="2000" dirty="0"/>
              <a:t>Transformed continuous data into categorical segments to identify customer behavior patterns</a:t>
            </a:r>
          </a:p>
          <a:p>
            <a:pPr>
              <a:lnSpc>
                <a:spcPct val="150000"/>
              </a:lnSpc>
            </a:pPr>
            <a:r>
              <a:rPr lang="en-US" sz="2000" dirty="0"/>
              <a:t>Improved churn analysis by enabling better pattern detection and model performance</a:t>
            </a:r>
            <a:endParaRPr lang="en-IN" sz="2000" dirty="0"/>
          </a:p>
        </p:txBody>
      </p:sp>
    </p:spTree>
    <p:extLst>
      <p:ext uri="{BB962C8B-B14F-4D97-AF65-F5344CB8AC3E}">
        <p14:creationId xmlns:p14="http://schemas.microsoft.com/office/powerpoint/2010/main" val="4104335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B6C39-D87C-C469-CD3F-30ACBD4764B9}"/>
              </a:ext>
            </a:extLst>
          </p:cNvPr>
          <p:cNvSpPr>
            <a:spLocks noGrp="1"/>
          </p:cNvSpPr>
          <p:nvPr>
            <p:ph type="title"/>
          </p:nvPr>
        </p:nvSpPr>
        <p:spPr>
          <a:xfrm>
            <a:off x="838200" y="365125"/>
            <a:ext cx="10515600" cy="753725"/>
          </a:xfrm>
        </p:spPr>
        <p:txBody>
          <a:bodyPr>
            <a:normAutofit/>
          </a:bodyPr>
          <a:lstStyle/>
          <a:p>
            <a:r>
              <a:rPr lang="en-IN" b="1" dirty="0">
                <a:latin typeface="Times New Roman" panose="02020603050405020304" pitchFamily="18" charset="0"/>
                <a:cs typeface="Times New Roman" panose="02020603050405020304" pitchFamily="18" charset="0"/>
              </a:rPr>
              <a:t>Exploratory Data Analysis</a:t>
            </a:r>
          </a:p>
        </p:txBody>
      </p:sp>
      <p:pic>
        <p:nvPicPr>
          <p:cNvPr id="2052" name="Picture 4">
            <a:extLst>
              <a:ext uri="{FF2B5EF4-FFF2-40B4-BE49-F238E27FC236}">
                <a16:creationId xmlns:a16="http://schemas.microsoft.com/office/drawing/2014/main" id="{433EF09C-45F9-EB1F-EF62-D5CC88C35E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1656" y="4142463"/>
            <a:ext cx="3932902" cy="197320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a:extLst>
              <a:ext uri="{FF2B5EF4-FFF2-40B4-BE49-F238E27FC236}">
                <a16:creationId xmlns:a16="http://schemas.microsoft.com/office/drawing/2014/main" id="{E086D556-9F4F-C94A-DF2D-6CC0ED692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1656" y="1283059"/>
            <a:ext cx="3932902" cy="227635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99B8EE8-A634-19C0-91A0-B69FCA78D497}"/>
              </a:ext>
            </a:extLst>
          </p:cNvPr>
          <p:cNvSpPr txBox="1"/>
          <p:nvPr/>
        </p:nvSpPr>
        <p:spPr>
          <a:xfrm>
            <a:off x="1555956" y="3516589"/>
            <a:ext cx="3932901" cy="461665"/>
          </a:xfrm>
          <a:prstGeom prst="rect">
            <a:avLst/>
          </a:prstGeom>
          <a:noFill/>
        </p:spPr>
        <p:txBody>
          <a:bodyPr wrap="square">
            <a:spAutoFit/>
          </a:bodyPr>
          <a:lstStyle/>
          <a:p>
            <a:r>
              <a:rPr lang="en-US" sz="1200" dirty="0"/>
              <a:t>The churn rates are roughly equal between females and males, with slightly more males overall, but both genders </a:t>
            </a:r>
            <a:endParaRPr lang="en-IN" sz="1200" dirty="0"/>
          </a:p>
        </p:txBody>
      </p:sp>
      <p:pic>
        <p:nvPicPr>
          <p:cNvPr id="9" name="Picture 8">
            <a:extLst>
              <a:ext uri="{FF2B5EF4-FFF2-40B4-BE49-F238E27FC236}">
                <a16:creationId xmlns:a16="http://schemas.microsoft.com/office/drawing/2014/main" id="{8B6529BA-2212-F705-3D2C-C70E4C8578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8616" y="1201183"/>
            <a:ext cx="3913239" cy="211650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C34DA985-8599-CD77-5673-51E9EBD1FD96}"/>
              </a:ext>
            </a:extLst>
          </p:cNvPr>
          <p:cNvSpPr txBox="1"/>
          <p:nvPr/>
        </p:nvSpPr>
        <p:spPr>
          <a:xfrm>
            <a:off x="7092746" y="3153279"/>
            <a:ext cx="3569109" cy="830997"/>
          </a:xfrm>
          <a:prstGeom prst="rect">
            <a:avLst/>
          </a:prstGeom>
          <a:noFill/>
        </p:spPr>
        <p:txBody>
          <a:bodyPr wrap="square">
            <a:spAutoFit/>
          </a:bodyPr>
          <a:lstStyle/>
          <a:p>
            <a:r>
              <a:rPr lang="en-US" sz="1200" dirty="0"/>
              <a:t>Most customers are non-senior citizens (0) and most of them did not churn, while senior citizens (1) have fewer customers but a relatively higher proportion of churn. </a:t>
            </a:r>
            <a:endParaRPr lang="en-IN" sz="1200" dirty="0"/>
          </a:p>
        </p:txBody>
      </p:sp>
      <p:sp>
        <p:nvSpPr>
          <p:cNvPr id="14" name="TextBox 13">
            <a:extLst>
              <a:ext uri="{FF2B5EF4-FFF2-40B4-BE49-F238E27FC236}">
                <a16:creationId xmlns:a16="http://schemas.microsoft.com/office/drawing/2014/main" id="{3A7C4DA0-B097-C7EA-95A9-4B1197C7E209}"/>
              </a:ext>
            </a:extLst>
          </p:cNvPr>
          <p:cNvSpPr txBox="1"/>
          <p:nvPr/>
        </p:nvSpPr>
        <p:spPr>
          <a:xfrm>
            <a:off x="1559643" y="6115665"/>
            <a:ext cx="3814915" cy="461665"/>
          </a:xfrm>
          <a:prstGeom prst="rect">
            <a:avLst/>
          </a:prstGeom>
          <a:noFill/>
        </p:spPr>
        <p:txBody>
          <a:bodyPr wrap="square">
            <a:spAutoFit/>
          </a:bodyPr>
          <a:lstStyle/>
          <a:p>
            <a:pPr>
              <a:buNone/>
            </a:pPr>
            <a:r>
              <a:rPr lang="en-US" sz="1200" dirty="0"/>
              <a:t>Customers without dependents have higher churn, while customers with dependents mostly do not churn. </a:t>
            </a:r>
          </a:p>
        </p:txBody>
      </p:sp>
      <p:pic>
        <p:nvPicPr>
          <p:cNvPr id="19" name="Picture 14">
            <a:extLst>
              <a:ext uri="{FF2B5EF4-FFF2-40B4-BE49-F238E27FC236}">
                <a16:creationId xmlns:a16="http://schemas.microsoft.com/office/drawing/2014/main" id="{0586CCCD-8F19-88E4-4289-E1E370EBDC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15766" y="4142399"/>
            <a:ext cx="3657599" cy="1809492"/>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870E5384-38C2-809C-0A4B-06D166B64AAA}"/>
              </a:ext>
            </a:extLst>
          </p:cNvPr>
          <p:cNvSpPr txBox="1"/>
          <p:nvPr/>
        </p:nvSpPr>
        <p:spPr>
          <a:xfrm>
            <a:off x="7269727" y="5987408"/>
            <a:ext cx="3742402" cy="461665"/>
          </a:xfrm>
          <a:prstGeom prst="rect">
            <a:avLst/>
          </a:prstGeom>
          <a:noFill/>
        </p:spPr>
        <p:txBody>
          <a:bodyPr wrap="square">
            <a:spAutoFit/>
          </a:bodyPr>
          <a:lstStyle/>
          <a:p>
            <a:r>
              <a:rPr lang="en-IN" sz="1200" dirty="0"/>
              <a:t>Customers without a partner have higher churn, while customers with a partner mostly do not churn. </a:t>
            </a:r>
          </a:p>
        </p:txBody>
      </p:sp>
    </p:spTree>
    <p:extLst>
      <p:ext uri="{BB962C8B-B14F-4D97-AF65-F5344CB8AC3E}">
        <p14:creationId xmlns:p14="http://schemas.microsoft.com/office/powerpoint/2010/main" val="2462687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F3AE-253A-8D54-420D-E5A83A8B5F68}"/>
              </a:ext>
            </a:extLst>
          </p:cNvPr>
          <p:cNvSpPr>
            <a:spLocks noGrp="1"/>
          </p:cNvSpPr>
          <p:nvPr>
            <p:ph type="title"/>
          </p:nvPr>
        </p:nvSpPr>
        <p:spPr>
          <a:xfrm>
            <a:off x="838200" y="180460"/>
            <a:ext cx="10515600" cy="726255"/>
          </a:xfrm>
        </p:spPr>
        <p:txBody>
          <a:bodyPr>
            <a:normAutofit/>
          </a:bodyPr>
          <a:lstStyle/>
          <a:p>
            <a:r>
              <a:rPr lang="en-IN" sz="4000" b="1" dirty="0">
                <a:latin typeface="Times New Roman" panose="02020603050405020304" pitchFamily="18" charset="0"/>
                <a:cs typeface="Times New Roman" panose="02020603050405020304" pitchFamily="18" charset="0"/>
              </a:rPr>
              <a:t>Exploratory Data Analysis</a:t>
            </a:r>
            <a:endParaRPr lang="en-IN" sz="4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CC7F049-7BBC-A988-2185-DC3FB1EE86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366" y="1091381"/>
            <a:ext cx="4785852" cy="236865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F03517D-A78D-4080-3E0C-AE71EB18B732}"/>
              </a:ext>
            </a:extLst>
          </p:cNvPr>
          <p:cNvSpPr txBox="1"/>
          <p:nvPr/>
        </p:nvSpPr>
        <p:spPr>
          <a:xfrm>
            <a:off x="1111044" y="3429000"/>
            <a:ext cx="4503174" cy="646331"/>
          </a:xfrm>
          <a:prstGeom prst="rect">
            <a:avLst/>
          </a:prstGeom>
          <a:noFill/>
        </p:spPr>
        <p:txBody>
          <a:bodyPr wrap="square">
            <a:spAutoFit/>
          </a:bodyPr>
          <a:lstStyle/>
          <a:p>
            <a:r>
              <a:rPr lang="en-US" sz="1200" dirty="0"/>
              <a:t>Customers with 0–12 months tenure show the highest churn, and the churn rate gradually decreases as tenure increases, indicating long-term customers are more likely to stay.</a:t>
            </a:r>
            <a:endParaRPr lang="en-IN" sz="1200" dirty="0"/>
          </a:p>
        </p:txBody>
      </p:sp>
      <p:sp>
        <p:nvSpPr>
          <p:cNvPr id="8" name="TextBox 7">
            <a:extLst>
              <a:ext uri="{FF2B5EF4-FFF2-40B4-BE49-F238E27FC236}">
                <a16:creationId xmlns:a16="http://schemas.microsoft.com/office/drawing/2014/main" id="{71041BC7-7416-9EEC-FF5B-C5C134BE50B6}"/>
              </a:ext>
            </a:extLst>
          </p:cNvPr>
          <p:cNvSpPr txBox="1"/>
          <p:nvPr/>
        </p:nvSpPr>
        <p:spPr>
          <a:xfrm>
            <a:off x="6666271" y="3429000"/>
            <a:ext cx="5023669" cy="461665"/>
          </a:xfrm>
          <a:prstGeom prst="rect">
            <a:avLst/>
          </a:prstGeom>
          <a:noFill/>
        </p:spPr>
        <p:txBody>
          <a:bodyPr wrap="square">
            <a:spAutoFit/>
          </a:bodyPr>
          <a:lstStyle/>
          <a:p>
            <a:r>
              <a:rPr lang="en-US" sz="1200" dirty="0"/>
              <a:t>Customers with month-to-month contracts have the highest churn, while one-year and two-year contract customers show much lower churn</a:t>
            </a:r>
            <a:endParaRPr lang="en-IN" sz="1200" dirty="0"/>
          </a:p>
        </p:txBody>
      </p:sp>
      <p:pic>
        <p:nvPicPr>
          <p:cNvPr id="11" name="Picture 4">
            <a:extLst>
              <a:ext uri="{FF2B5EF4-FFF2-40B4-BE49-F238E27FC236}">
                <a16:creationId xmlns:a16="http://schemas.microsoft.com/office/drawing/2014/main" id="{101D6192-D7B5-D17E-3E74-2C0F83A763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5440" y="1091381"/>
            <a:ext cx="5524500" cy="236865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53AFC1C5-74C6-24E9-71F4-1386EB8376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8814" y="4075331"/>
            <a:ext cx="10223666" cy="220354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483E9A0-2D3C-8006-19C1-78D0E0E4453D}"/>
              </a:ext>
            </a:extLst>
          </p:cNvPr>
          <p:cNvSpPr txBox="1"/>
          <p:nvPr/>
        </p:nvSpPr>
        <p:spPr>
          <a:xfrm>
            <a:off x="1496306" y="6213150"/>
            <a:ext cx="9199388" cy="461665"/>
          </a:xfrm>
          <a:prstGeom prst="rect">
            <a:avLst/>
          </a:prstGeom>
          <a:noFill/>
        </p:spPr>
        <p:txBody>
          <a:bodyPr wrap="square">
            <a:spAutoFit/>
          </a:bodyPr>
          <a:lstStyle/>
          <a:p>
            <a:r>
              <a:rPr lang="en-US" sz="1200" dirty="0"/>
              <a:t>Customers using electronic check have the highest churn, while automatic payment methods like bank transfer and credit card show lower churn, indicating automatic payments help retain customers.</a:t>
            </a:r>
            <a:endParaRPr lang="en-IN" sz="1200" dirty="0"/>
          </a:p>
        </p:txBody>
      </p:sp>
    </p:spTree>
    <p:extLst>
      <p:ext uri="{BB962C8B-B14F-4D97-AF65-F5344CB8AC3E}">
        <p14:creationId xmlns:p14="http://schemas.microsoft.com/office/powerpoint/2010/main" val="1608789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4C068-F12B-F017-9F5C-6FD94FA37E65}"/>
              </a:ext>
            </a:extLst>
          </p:cNvPr>
          <p:cNvSpPr>
            <a:spLocks noGrp="1"/>
          </p:cNvSpPr>
          <p:nvPr>
            <p:ph type="title"/>
          </p:nvPr>
        </p:nvSpPr>
        <p:spPr>
          <a:xfrm>
            <a:off x="838200" y="538480"/>
            <a:ext cx="10515600" cy="640080"/>
          </a:xfrm>
        </p:spPr>
        <p:txBody>
          <a:bodyPr>
            <a:normAutofit fontScale="90000"/>
          </a:bodyPr>
          <a:lstStyle/>
          <a:p>
            <a:r>
              <a:rPr lang="en-IN" b="1" dirty="0">
                <a:latin typeface="Times New Roman" panose="02020603050405020304" pitchFamily="18" charset="0"/>
                <a:cs typeface="Times New Roman" panose="02020603050405020304" pitchFamily="18" charset="0"/>
              </a:rPr>
              <a:t>Exploratory Data Analysis</a:t>
            </a:r>
            <a:endParaRPr lang="en-IN" dirty="0"/>
          </a:p>
        </p:txBody>
      </p:sp>
      <p:sp>
        <p:nvSpPr>
          <p:cNvPr id="7" name="TextBox 6">
            <a:extLst>
              <a:ext uri="{FF2B5EF4-FFF2-40B4-BE49-F238E27FC236}">
                <a16:creationId xmlns:a16="http://schemas.microsoft.com/office/drawing/2014/main" id="{91A01961-3AEB-34E9-74C8-1B06E3FD9C67}"/>
              </a:ext>
            </a:extLst>
          </p:cNvPr>
          <p:cNvSpPr txBox="1"/>
          <p:nvPr/>
        </p:nvSpPr>
        <p:spPr>
          <a:xfrm>
            <a:off x="1752599" y="3347770"/>
            <a:ext cx="4206239" cy="738664"/>
          </a:xfrm>
          <a:prstGeom prst="rect">
            <a:avLst/>
          </a:prstGeom>
          <a:noFill/>
        </p:spPr>
        <p:txBody>
          <a:bodyPr wrap="square">
            <a:spAutoFit/>
          </a:bodyPr>
          <a:lstStyle/>
          <a:p>
            <a:r>
              <a:rPr lang="en-US" sz="1200" dirty="0"/>
              <a:t>Customers without online security have much higher churn compared to customers who have online security.</a:t>
            </a:r>
          </a:p>
          <a:p>
            <a:endParaRPr lang="en-IN" dirty="0"/>
          </a:p>
        </p:txBody>
      </p:sp>
      <p:sp>
        <p:nvSpPr>
          <p:cNvPr id="9" name="TextBox 8">
            <a:extLst>
              <a:ext uri="{FF2B5EF4-FFF2-40B4-BE49-F238E27FC236}">
                <a16:creationId xmlns:a16="http://schemas.microsoft.com/office/drawing/2014/main" id="{CA85465A-08FC-3873-D0F5-D237142CD42A}"/>
              </a:ext>
            </a:extLst>
          </p:cNvPr>
          <p:cNvSpPr txBox="1"/>
          <p:nvPr/>
        </p:nvSpPr>
        <p:spPr>
          <a:xfrm>
            <a:off x="6695440" y="3429000"/>
            <a:ext cx="4206240" cy="646331"/>
          </a:xfrm>
          <a:prstGeom prst="rect">
            <a:avLst/>
          </a:prstGeom>
          <a:noFill/>
        </p:spPr>
        <p:txBody>
          <a:bodyPr wrap="square">
            <a:spAutoFit/>
          </a:bodyPr>
          <a:lstStyle/>
          <a:p>
            <a:pPr>
              <a:buNone/>
            </a:pPr>
            <a:r>
              <a:rPr lang="en-US" sz="1200" dirty="0"/>
              <a:t>Customers with </a:t>
            </a:r>
            <a:r>
              <a:rPr lang="en-US" sz="1200" b="1" dirty="0"/>
              <a:t>Fiber optic internet have the highest churn</a:t>
            </a:r>
            <a:r>
              <a:rPr lang="en-US" sz="1200" dirty="0"/>
              <a:t>, followed by </a:t>
            </a:r>
            <a:r>
              <a:rPr lang="en-US" sz="1200" b="1" dirty="0"/>
              <a:t>DSL</a:t>
            </a:r>
            <a:r>
              <a:rPr lang="en-US" sz="1200" dirty="0"/>
              <a:t>, while customers with </a:t>
            </a:r>
            <a:r>
              <a:rPr lang="en-US" sz="1200" b="1" dirty="0"/>
              <a:t>no internet service have the lowest churn</a:t>
            </a:r>
            <a:r>
              <a:rPr lang="en-US" sz="1200" dirty="0"/>
              <a:t>.</a:t>
            </a:r>
          </a:p>
        </p:txBody>
      </p:sp>
      <p:pic>
        <p:nvPicPr>
          <p:cNvPr id="4100" name="Picture 4">
            <a:extLst>
              <a:ext uri="{FF2B5EF4-FFF2-40B4-BE49-F238E27FC236}">
                <a16:creationId xmlns:a16="http://schemas.microsoft.com/office/drawing/2014/main" id="{0DBCD725-48E9-FDAC-CEF9-4419778289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6320" y="1385413"/>
            <a:ext cx="4785360" cy="2043588"/>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962E94E2-B1E2-ACDB-3C87-BCF245E368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8078" y="4027999"/>
            <a:ext cx="6460449" cy="185341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0805698-DC3C-87DE-513E-4F6994E58070}"/>
              </a:ext>
            </a:extLst>
          </p:cNvPr>
          <p:cNvSpPr txBox="1"/>
          <p:nvPr/>
        </p:nvSpPr>
        <p:spPr>
          <a:xfrm>
            <a:off x="3205316" y="5778519"/>
            <a:ext cx="5673211" cy="461665"/>
          </a:xfrm>
          <a:prstGeom prst="rect">
            <a:avLst/>
          </a:prstGeom>
          <a:noFill/>
        </p:spPr>
        <p:txBody>
          <a:bodyPr wrap="square">
            <a:spAutoFit/>
          </a:bodyPr>
          <a:lstStyle/>
          <a:p>
            <a:pPr>
              <a:buNone/>
            </a:pPr>
            <a:r>
              <a:rPr lang="en-US" sz="1200" dirty="0"/>
              <a:t>Customers without tech support have the highest churn, while customers with tech support churn much less.</a:t>
            </a:r>
          </a:p>
        </p:txBody>
      </p:sp>
      <p:pic>
        <p:nvPicPr>
          <p:cNvPr id="2052" name="Picture 4">
            <a:extLst>
              <a:ext uri="{FF2B5EF4-FFF2-40B4-BE49-F238E27FC236}">
                <a16:creationId xmlns:a16="http://schemas.microsoft.com/office/drawing/2014/main" id="{DA57393D-D146-423F-2DDE-043BA6694D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293060"/>
            <a:ext cx="4461485" cy="2085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8799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8C8B8-35BE-5F79-2BF2-15F6E0E77A3D}"/>
              </a:ext>
            </a:extLst>
          </p:cNvPr>
          <p:cNvSpPr>
            <a:spLocks noGrp="1"/>
          </p:cNvSpPr>
          <p:nvPr>
            <p:ph type="title"/>
          </p:nvPr>
        </p:nvSpPr>
        <p:spPr>
          <a:xfrm>
            <a:off x="838200" y="454895"/>
            <a:ext cx="10515600" cy="528331"/>
          </a:xfrm>
        </p:spPr>
        <p:txBody>
          <a:bodyPr>
            <a:normAutofit fontScale="90000"/>
          </a:bodyPr>
          <a:lstStyle/>
          <a:p>
            <a:r>
              <a:rPr lang="en-IN" b="1" dirty="0">
                <a:latin typeface="Times New Roman" panose="02020603050405020304" pitchFamily="18" charset="0"/>
                <a:cs typeface="Times New Roman" panose="02020603050405020304" pitchFamily="18" charset="0"/>
              </a:rPr>
              <a:t>Exploratory Data Analysis</a:t>
            </a:r>
            <a:endParaRPr lang="en-IN" dirty="0"/>
          </a:p>
        </p:txBody>
      </p:sp>
      <p:pic>
        <p:nvPicPr>
          <p:cNvPr id="5122" name="Picture 2">
            <a:extLst>
              <a:ext uri="{FF2B5EF4-FFF2-40B4-BE49-F238E27FC236}">
                <a16:creationId xmlns:a16="http://schemas.microsoft.com/office/drawing/2014/main" id="{14441F5C-B535-189F-4F36-3CB7AC7EF7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5902" y="3983054"/>
            <a:ext cx="8961323" cy="192067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2B9DB29-D529-8AE8-6423-44C8AED14A96}"/>
              </a:ext>
            </a:extLst>
          </p:cNvPr>
          <p:cNvSpPr txBox="1"/>
          <p:nvPr/>
        </p:nvSpPr>
        <p:spPr>
          <a:xfrm>
            <a:off x="2182762" y="5986189"/>
            <a:ext cx="7678993" cy="276999"/>
          </a:xfrm>
          <a:prstGeom prst="rect">
            <a:avLst/>
          </a:prstGeom>
          <a:noFill/>
        </p:spPr>
        <p:txBody>
          <a:bodyPr wrap="square">
            <a:spAutoFit/>
          </a:bodyPr>
          <a:lstStyle/>
          <a:p>
            <a:pPr>
              <a:buNone/>
            </a:pPr>
            <a:r>
              <a:rPr lang="en-US" sz="1200" dirty="0"/>
              <a:t>Customers with lower total charges (0–2000) have the highest churn, while churn decreases as total charges increase.</a:t>
            </a:r>
          </a:p>
        </p:txBody>
      </p:sp>
      <p:sp>
        <p:nvSpPr>
          <p:cNvPr id="9" name="TextBox 8">
            <a:extLst>
              <a:ext uri="{FF2B5EF4-FFF2-40B4-BE49-F238E27FC236}">
                <a16:creationId xmlns:a16="http://schemas.microsoft.com/office/drawing/2014/main" id="{4AEAD081-8627-D3EE-9D92-F804257D3B7E}"/>
              </a:ext>
            </a:extLst>
          </p:cNvPr>
          <p:cNvSpPr txBox="1"/>
          <p:nvPr/>
        </p:nvSpPr>
        <p:spPr>
          <a:xfrm>
            <a:off x="6744930" y="3438832"/>
            <a:ext cx="4408079" cy="461665"/>
          </a:xfrm>
          <a:prstGeom prst="rect">
            <a:avLst/>
          </a:prstGeom>
          <a:noFill/>
        </p:spPr>
        <p:txBody>
          <a:bodyPr wrap="square">
            <a:spAutoFit/>
          </a:bodyPr>
          <a:lstStyle/>
          <a:p>
            <a:pPr>
              <a:buNone/>
            </a:pPr>
            <a:r>
              <a:rPr lang="en-US" sz="1200" dirty="0"/>
              <a:t>Customers with higher monthly charges (especially 80–100) have higher churn compared to customers with lower monthly charges.</a:t>
            </a:r>
          </a:p>
        </p:txBody>
      </p:sp>
      <p:pic>
        <p:nvPicPr>
          <p:cNvPr id="5128" name="Picture 8">
            <a:extLst>
              <a:ext uri="{FF2B5EF4-FFF2-40B4-BE49-F238E27FC236}">
                <a16:creationId xmlns:a16="http://schemas.microsoft.com/office/drawing/2014/main" id="{56E64FD7-DDD2-3272-05B6-8FB5EA64F2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247" y="1334651"/>
            <a:ext cx="4608872" cy="2104181"/>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a:extLst>
              <a:ext uri="{FF2B5EF4-FFF2-40B4-BE49-F238E27FC236}">
                <a16:creationId xmlns:a16="http://schemas.microsoft.com/office/drawing/2014/main" id="{D66EB837-18EB-B810-8F74-A60C2E80F7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557" y="1426402"/>
            <a:ext cx="4682776" cy="210418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9D43722-BA7A-88D8-D60C-4B5D4E1E7597}"/>
              </a:ext>
            </a:extLst>
          </p:cNvPr>
          <p:cNvSpPr txBox="1"/>
          <p:nvPr/>
        </p:nvSpPr>
        <p:spPr>
          <a:xfrm>
            <a:off x="1061881" y="3429537"/>
            <a:ext cx="4262452" cy="461665"/>
          </a:xfrm>
          <a:prstGeom prst="rect">
            <a:avLst/>
          </a:prstGeom>
          <a:noFill/>
        </p:spPr>
        <p:txBody>
          <a:bodyPr wrap="square">
            <a:spAutoFit/>
          </a:bodyPr>
          <a:lstStyle/>
          <a:p>
            <a:pPr>
              <a:buNone/>
            </a:pPr>
            <a:r>
              <a:rPr lang="en-US" sz="1200" dirty="0"/>
              <a:t>Customers without online backup churn much more than customers who have online backup.</a:t>
            </a:r>
          </a:p>
        </p:txBody>
      </p:sp>
    </p:spTree>
    <p:extLst>
      <p:ext uri="{BB962C8B-B14F-4D97-AF65-F5344CB8AC3E}">
        <p14:creationId xmlns:p14="http://schemas.microsoft.com/office/powerpoint/2010/main" val="2410837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DBEC3-45E7-B740-B942-317D8E409F1F}"/>
              </a:ext>
            </a:extLst>
          </p:cNvPr>
          <p:cNvSpPr>
            <a:spLocks noGrp="1"/>
          </p:cNvSpPr>
          <p:nvPr>
            <p:ph type="title"/>
          </p:nvPr>
        </p:nvSpPr>
        <p:spPr>
          <a:xfrm>
            <a:off x="838200" y="855908"/>
            <a:ext cx="10515600" cy="88490"/>
          </a:xfrm>
        </p:spPr>
        <p:txBody>
          <a:bodyPr>
            <a:normAutofit fontScale="90000"/>
          </a:bodyPr>
          <a:lstStyle/>
          <a:p>
            <a:r>
              <a:rPr lang="en-IN" b="1" dirty="0">
                <a:latin typeface="Times New Roman" panose="02020603050405020304" pitchFamily="18" charset="0"/>
                <a:cs typeface="Times New Roman" panose="02020603050405020304" pitchFamily="18" charset="0"/>
              </a:rPr>
              <a:t>Data Preprocessing</a:t>
            </a:r>
            <a:br>
              <a:rPr lang="en-IN" b="1" dirty="0"/>
            </a:br>
            <a:endParaRPr lang="en-IN" dirty="0"/>
          </a:p>
        </p:txBody>
      </p:sp>
      <p:sp>
        <p:nvSpPr>
          <p:cNvPr id="3" name="Content Placeholder 2">
            <a:extLst>
              <a:ext uri="{FF2B5EF4-FFF2-40B4-BE49-F238E27FC236}">
                <a16:creationId xmlns:a16="http://schemas.microsoft.com/office/drawing/2014/main" id="{2C398171-82EF-8266-7343-8F9C68530BE7}"/>
              </a:ext>
            </a:extLst>
          </p:cNvPr>
          <p:cNvSpPr>
            <a:spLocks noGrp="1"/>
          </p:cNvSpPr>
          <p:nvPr>
            <p:ph idx="1"/>
          </p:nvPr>
        </p:nvSpPr>
        <p:spPr>
          <a:xfrm>
            <a:off x="838200" y="1101213"/>
            <a:ext cx="10515600" cy="5075750"/>
          </a:xfrm>
        </p:spPr>
        <p:txBody>
          <a:bodyPr>
            <a:normAutofit/>
          </a:bodyPr>
          <a:lstStyle/>
          <a:p>
            <a:pPr>
              <a:lnSpc>
                <a:spcPct val="100000"/>
              </a:lnSpc>
            </a:pPr>
            <a:r>
              <a:rPr lang="en-US" sz="2000" dirty="0"/>
              <a:t>EDA binning columns (tenure_bin, MonthlyCharge_Bin, TotalCharges_bin) were created only for analysis, so they were removed before model training.</a:t>
            </a:r>
          </a:p>
          <a:p>
            <a:pPr>
              <a:lnSpc>
                <a:spcPct val="100000"/>
              </a:lnSpc>
            </a:pPr>
            <a:r>
              <a:rPr lang="en-US" sz="2000" dirty="0"/>
              <a:t>Columns such as customerID , Phone Service  were removed because they either act as identifiers or have very little impact on customer churn prediction.</a:t>
            </a:r>
          </a:p>
          <a:p>
            <a:pPr>
              <a:lnSpc>
                <a:spcPct val="100000"/>
              </a:lnSpc>
            </a:pPr>
            <a:r>
              <a:rPr lang="en-US" sz="2000" dirty="0"/>
              <a:t>Categorical features were converted into numerical format using One-Hot Encoding to make them suitable for machine learning models.</a:t>
            </a:r>
          </a:p>
          <a:p>
            <a:pPr>
              <a:lnSpc>
                <a:spcPct val="100000"/>
              </a:lnSpc>
            </a:pPr>
            <a:r>
              <a:rPr lang="en-US" sz="2000" dirty="0"/>
              <a:t>Label Encoding was used to convert the categorical columns Churn and Contract into numeric values so they can be used by machine learning models.</a:t>
            </a:r>
          </a:p>
          <a:p>
            <a:pPr>
              <a:lnSpc>
                <a:spcPct val="100000"/>
              </a:lnSpc>
            </a:pPr>
            <a:r>
              <a:rPr lang="en-US" sz="2000" dirty="0"/>
              <a:t>The target variable (y) was defined as ‘Churn’, and the remaining features were used as the predictor variables (X).</a:t>
            </a:r>
          </a:p>
          <a:p>
            <a:pPr>
              <a:lnSpc>
                <a:spcPct val="100000"/>
              </a:lnSpc>
            </a:pPr>
            <a:r>
              <a:rPr lang="en-US" sz="2000" dirty="0"/>
              <a:t>The dataset shows class imbalance: 5,174 customers did not churn, while 1,869 customers churned. </a:t>
            </a:r>
          </a:p>
          <a:p>
            <a:pPr>
              <a:lnSpc>
                <a:spcPct val="100000"/>
              </a:lnSpc>
            </a:pPr>
            <a:r>
              <a:rPr lang="en-US" sz="2000" dirty="0"/>
              <a:t>SMOTE was used to balance the dataset, followed by a stratified train-test split (70:30).</a:t>
            </a:r>
          </a:p>
          <a:p>
            <a:pPr marL="0" indent="0">
              <a:buNone/>
            </a:pPr>
            <a:endParaRPr lang="en-US" sz="2000" dirty="0"/>
          </a:p>
          <a:p>
            <a:endParaRPr lang="en-IN" sz="2000" dirty="0"/>
          </a:p>
        </p:txBody>
      </p:sp>
    </p:spTree>
    <p:extLst>
      <p:ext uri="{BB962C8B-B14F-4D97-AF65-F5344CB8AC3E}">
        <p14:creationId xmlns:p14="http://schemas.microsoft.com/office/powerpoint/2010/main" val="1026831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7635F-970E-87A7-0287-A293F4D0A8F6}"/>
              </a:ext>
            </a:extLst>
          </p:cNvPr>
          <p:cNvSpPr>
            <a:spLocks noGrp="1"/>
          </p:cNvSpPr>
          <p:nvPr>
            <p:ph type="title"/>
          </p:nvPr>
        </p:nvSpPr>
        <p:spPr>
          <a:xfrm>
            <a:off x="838200" y="365126"/>
            <a:ext cx="10515600" cy="814746"/>
          </a:xfrm>
        </p:spPr>
        <p:txBody>
          <a:bodyPr>
            <a:normAutofit/>
          </a:bodyPr>
          <a:lstStyle/>
          <a:p>
            <a:r>
              <a:rPr lang="en-IN" sz="4000" b="1" dirty="0">
                <a:latin typeface="Times New Roman" panose="02020603050405020304" pitchFamily="18" charset="0"/>
                <a:cs typeface="Times New Roman" panose="02020603050405020304" pitchFamily="18" charset="0"/>
              </a:rPr>
              <a:t>MODELS USED</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2889A08-7F42-82BE-727E-C59DB044293B}"/>
              </a:ext>
            </a:extLst>
          </p:cNvPr>
          <p:cNvSpPr>
            <a:spLocks noGrp="1"/>
          </p:cNvSpPr>
          <p:nvPr>
            <p:ph idx="1"/>
          </p:nvPr>
        </p:nvSpPr>
        <p:spPr>
          <a:xfrm>
            <a:off x="838200" y="1396181"/>
            <a:ext cx="10515600" cy="4780782"/>
          </a:xfrm>
        </p:spPr>
        <p:txBody>
          <a:bodyPr>
            <a:normAutofit lnSpcReduction="10000"/>
          </a:bodyPr>
          <a:lstStyle/>
          <a:p>
            <a:r>
              <a:rPr lang="en-US" sz="2400" b="1" dirty="0"/>
              <a:t>Logistic Regression:- </a:t>
            </a:r>
          </a:p>
          <a:p>
            <a:pPr marL="0" indent="0">
              <a:buNone/>
            </a:pPr>
            <a:r>
              <a:rPr lang="en-US" sz="1800" dirty="0"/>
              <a:t>Logistic Regression was used because it is simple, interpretable, and effective for binary classification.</a:t>
            </a:r>
          </a:p>
          <a:p>
            <a:pPr marL="0" indent="0">
              <a:buNone/>
            </a:pPr>
            <a:endParaRPr lang="en-US" sz="1800" dirty="0"/>
          </a:p>
          <a:p>
            <a:r>
              <a:rPr lang="en-US" sz="2400" b="1" dirty="0"/>
              <a:t>Decision Tree:-</a:t>
            </a:r>
          </a:p>
          <a:p>
            <a:pPr marL="0" indent="0">
              <a:buNone/>
            </a:pPr>
            <a:r>
              <a:rPr lang="en-US" sz="1800" dirty="0"/>
              <a:t>Used to capture non-linear relationships and provide easy-to-interpret decision rules</a:t>
            </a:r>
          </a:p>
          <a:p>
            <a:pPr marL="0" indent="0">
              <a:buNone/>
            </a:pPr>
            <a:endParaRPr lang="en-US" sz="1800" dirty="0"/>
          </a:p>
          <a:p>
            <a:r>
              <a:rPr lang="en-US" sz="2400" b="1" dirty="0"/>
              <a:t>Random Forest:-</a:t>
            </a:r>
          </a:p>
          <a:p>
            <a:pPr marL="0" indent="0">
              <a:buNone/>
            </a:pPr>
            <a:r>
              <a:rPr lang="en-US" sz="1800" dirty="0"/>
              <a:t>Use Random Forest because it handles mixed features well and captures complex non-linear patterns effectively. Used to improve prediction accuracy by combining multiple decision trees and reducing overfitting.</a:t>
            </a:r>
          </a:p>
          <a:p>
            <a:pPr marL="0" indent="0">
              <a:buNone/>
            </a:pPr>
            <a:endParaRPr lang="en-US" sz="1800" dirty="0"/>
          </a:p>
          <a:p>
            <a:r>
              <a:rPr lang="en-US" sz="2400" b="1" dirty="0"/>
              <a:t>XGBOOST:-</a:t>
            </a:r>
          </a:p>
          <a:p>
            <a:pPr marL="0" indent="0">
              <a:lnSpc>
                <a:spcPct val="100000"/>
              </a:lnSpc>
              <a:buNone/>
            </a:pPr>
            <a:r>
              <a:rPr lang="en-US" sz="1800" dirty="0"/>
              <a:t>A powerful gradient boosting algorithm that builds multiple decision trees sequentially to improve prediction accuracy and reduce errors.</a:t>
            </a:r>
          </a:p>
          <a:p>
            <a:pPr marL="0" indent="0">
              <a:buNone/>
            </a:pPr>
            <a:endParaRPr lang="en-US" sz="1800" dirty="0"/>
          </a:p>
          <a:p>
            <a:endParaRPr lang="en-US" sz="1800" dirty="0"/>
          </a:p>
          <a:p>
            <a:endParaRPr lang="en-US" sz="1800" dirty="0"/>
          </a:p>
          <a:p>
            <a:pPr marL="0" indent="0">
              <a:buNone/>
            </a:pPr>
            <a:endParaRPr lang="en-US" sz="1800" dirty="0"/>
          </a:p>
          <a:p>
            <a:pPr marL="0" indent="0">
              <a:buNone/>
            </a:pPr>
            <a:endParaRPr lang="en-US" sz="1800" b="1" dirty="0"/>
          </a:p>
          <a:p>
            <a:endParaRPr lang="en-IN" dirty="0"/>
          </a:p>
        </p:txBody>
      </p:sp>
      <p:pic>
        <p:nvPicPr>
          <p:cNvPr id="2052" name="Picture 4">
            <a:extLst>
              <a:ext uri="{FF2B5EF4-FFF2-40B4-BE49-F238E27FC236}">
                <a16:creationId xmlns:a16="http://schemas.microsoft.com/office/drawing/2014/main" id="{D97BB0BF-95A1-453F-8E5C-5A9816195C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0859" y="58995"/>
            <a:ext cx="5838825" cy="1610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2837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A993B-014F-51F8-62B2-D3FB3316E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A8404E-9A33-F3EA-5302-0980BB6F511E}"/>
              </a:ext>
            </a:extLst>
          </p:cNvPr>
          <p:cNvSpPr>
            <a:spLocks noGrp="1"/>
          </p:cNvSpPr>
          <p:nvPr>
            <p:ph type="title"/>
          </p:nvPr>
        </p:nvSpPr>
        <p:spPr>
          <a:xfrm>
            <a:off x="838200" y="365125"/>
            <a:ext cx="10515600" cy="1021223"/>
          </a:xfrm>
        </p:spPr>
        <p:txBody>
          <a:bodyPr/>
          <a:lstStyle/>
          <a:p>
            <a:r>
              <a:rPr lang="en-IN" b="1" dirty="0">
                <a:latin typeface="Times New Roman" panose="02020603050405020304" pitchFamily="18" charset="0"/>
                <a:cs typeface="Times New Roman" panose="02020603050405020304" pitchFamily="18" charset="0"/>
              </a:rPr>
              <a:t>Results Comparison</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326F3E64-DFB5-FAE6-330E-5EF0EE0438B7}"/>
              </a:ext>
            </a:extLst>
          </p:cNvPr>
          <p:cNvGraphicFramePr>
            <a:graphicFrameLocks noGrp="1"/>
          </p:cNvGraphicFramePr>
          <p:nvPr>
            <p:extLst>
              <p:ext uri="{D42A27DB-BD31-4B8C-83A1-F6EECF244321}">
                <p14:modId xmlns:p14="http://schemas.microsoft.com/office/powerpoint/2010/main" val="3168821580"/>
              </p:ext>
            </p:extLst>
          </p:nvPr>
        </p:nvGraphicFramePr>
        <p:xfrm>
          <a:off x="838200" y="1661652"/>
          <a:ext cx="10343535" cy="3647765"/>
        </p:xfrm>
        <a:graphic>
          <a:graphicData uri="http://schemas.openxmlformats.org/drawingml/2006/table">
            <a:tbl>
              <a:tblPr firstRow="1" bandRow="1">
                <a:tableStyleId>{5C22544A-7EE6-4342-B048-85BDC9FD1C3A}</a:tableStyleId>
              </a:tblPr>
              <a:tblGrid>
                <a:gridCol w="2068707">
                  <a:extLst>
                    <a:ext uri="{9D8B030D-6E8A-4147-A177-3AD203B41FA5}">
                      <a16:colId xmlns:a16="http://schemas.microsoft.com/office/drawing/2014/main" val="4265181368"/>
                    </a:ext>
                  </a:extLst>
                </a:gridCol>
                <a:gridCol w="2068707">
                  <a:extLst>
                    <a:ext uri="{9D8B030D-6E8A-4147-A177-3AD203B41FA5}">
                      <a16:colId xmlns:a16="http://schemas.microsoft.com/office/drawing/2014/main" val="1248867424"/>
                    </a:ext>
                  </a:extLst>
                </a:gridCol>
                <a:gridCol w="2068707">
                  <a:extLst>
                    <a:ext uri="{9D8B030D-6E8A-4147-A177-3AD203B41FA5}">
                      <a16:colId xmlns:a16="http://schemas.microsoft.com/office/drawing/2014/main" val="2959287264"/>
                    </a:ext>
                  </a:extLst>
                </a:gridCol>
                <a:gridCol w="2068707">
                  <a:extLst>
                    <a:ext uri="{9D8B030D-6E8A-4147-A177-3AD203B41FA5}">
                      <a16:colId xmlns:a16="http://schemas.microsoft.com/office/drawing/2014/main" val="325087955"/>
                    </a:ext>
                  </a:extLst>
                </a:gridCol>
                <a:gridCol w="2068707">
                  <a:extLst>
                    <a:ext uri="{9D8B030D-6E8A-4147-A177-3AD203B41FA5}">
                      <a16:colId xmlns:a16="http://schemas.microsoft.com/office/drawing/2014/main" val="891060411"/>
                    </a:ext>
                  </a:extLst>
                </a:gridCol>
              </a:tblGrid>
              <a:tr h="729553">
                <a:tc>
                  <a:txBody>
                    <a:bodyPr/>
                    <a:lstStyle/>
                    <a:p>
                      <a:r>
                        <a:rPr lang="en-IN" dirty="0"/>
                        <a:t>Model</a:t>
                      </a:r>
                    </a:p>
                  </a:txBody>
                  <a:tcPr marL="67227" marR="67227"/>
                </a:tc>
                <a:tc>
                  <a:txBody>
                    <a:bodyPr/>
                    <a:lstStyle/>
                    <a:p>
                      <a:pPr algn="ctr"/>
                      <a:r>
                        <a:rPr lang="en-IN" dirty="0"/>
                        <a:t>Accuracy</a:t>
                      </a:r>
                    </a:p>
                  </a:txBody>
                  <a:tcPr marL="67227" marR="67227"/>
                </a:tc>
                <a:tc>
                  <a:txBody>
                    <a:bodyPr/>
                    <a:lstStyle/>
                    <a:p>
                      <a:pPr algn="ctr"/>
                      <a:r>
                        <a:rPr lang="en-IN" dirty="0"/>
                        <a:t>Precision</a:t>
                      </a:r>
                    </a:p>
                  </a:txBody>
                  <a:tcPr marL="67227" marR="67227"/>
                </a:tc>
                <a:tc>
                  <a:txBody>
                    <a:bodyPr/>
                    <a:lstStyle/>
                    <a:p>
                      <a:pPr algn="ctr"/>
                      <a:r>
                        <a:rPr lang="en-IN" dirty="0"/>
                        <a:t>Recall</a:t>
                      </a:r>
                    </a:p>
                  </a:txBody>
                  <a:tcPr marL="67227" marR="67227"/>
                </a:tc>
                <a:tc>
                  <a:txBody>
                    <a:bodyPr/>
                    <a:lstStyle/>
                    <a:p>
                      <a:pPr algn="ctr"/>
                      <a:r>
                        <a:rPr lang="en-IN" dirty="0"/>
                        <a:t>F1 Score</a:t>
                      </a:r>
                    </a:p>
                  </a:txBody>
                  <a:tcPr marL="67227" marR="67227"/>
                </a:tc>
                <a:extLst>
                  <a:ext uri="{0D108BD9-81ED-4DB2-BD59-A6C34878D82A}">
                    <a16:rowId xmlns:a16="http://schemas.microsoft.com/office/drawing/2014/main" val="2989031703"/>
                  </a:ext>
                </a:extLst>
              </a:tr>
              <a:tr h="729553">
                <a:tc>
                  <a:txBody>
                    <a:bodyPr/>
                    <a:lstStyle/>
                    <a:p>
                      <a:r>
                        <a:rPr lang="en-IN"/>
                        <a:t>Logistic Regression</a:t>
                      </a:r>
                      <a:endParaRPr lang="en-IN" dirty="0"/>
                    </a:p>
                  </a:txBody>
                  <a:tcPr marL="67227" marR="67227"/>
                </a:tc>
                <a:tc>
                  <a:txBody>
                    <a:bodyPr/>
                    <a:lstStyle/>
                    <a:p>
                      <a:pPr algn="ctr" fontAlgn="t">
                        <a:buNone/>
                      </a:pPr>
                      <a:r>
                        <a:rPr lang="en-IN" sz="1800" b="0" i="0" u="none" strike="noStrike" dirty="0">
                          <a:effectLst/>
                          <a:latin typeface="Arial" panose="020B0604020202020204" pitchFamily="34" charset="0"/>
                        </a:rPr>
                        <a:t>78 %</a:t>
                      </a:r>
                    </a:p>
                  </a:txBody>
                  <a:tcPr marL="67227" marR="67227"/>
                </a:tc>
                <a:tc>
                  <a:txBody>
                    <a:bodyPr/>
                    <a:lstStyle/>
                    <a:p>
                      <a:pPr algn="ctr"/>
                      <a:r>
                        <a:rPr lang="en-IN" dirty="0"/>
                        <a:t>0.75</a:t>
                      </a:r>
                    </a:p>
                  </a:txBody>
                  <a:tcPr marL="67227" marR="67227"/>
                </a:tc>
                <a:tc>
                  <a:txBody>
                    <a:bodyPr/>
                    <a:lstStyle/>
                    <a:p>
                      <a:pPr algn="ctr"/>
                      <a:r>
                        <a:rPr lang="en-IN" dirty="0"/>
                        <a:t>0.83</a:t>
                      </a:r>
                    </a:p>
                  </a:txBody>
                  <a:tcPr marL="67227" marR="67227"/>
                </a:tc>
                <a:tc>
                  <a:txBody>
                    <a:bodyPr/>
                    <a:lstStyle/>
                    <a:p>
                      <a:pPr algn="ctr"/>
                      <a:r>
                        <a:rPr lang="en-IN" dirty="0"/>
                        <a:t>0.79</a:t>
                      </a:r>
                    </a:p>
                  </a:txBody>
                  <a:tcPr marL="67227" marR="67227"/>
                </a:tc>
                <a:extLst>
                  <a:ext uri="{0D108BD9-81ED-4DB2-BD59-A6C34878D82A}">
                    <a16:rowId xmlns:a16="http://schemas.microsoft.com/office/drawing/2014/main" val="3811362926"/>
                  </a:ext>
                </a:extLst>
              </a:tr>
              <a:tr h="729553">
                <a:tc>
                  <a:txBody>
                    <a:bodyPr/>
                    <a:lstStyle/>
                    <a:p>
                      <a:pPr algn="l" fontAlgn="t">
                        <a:buNone/>
                      </a:pPr>
                      <a:r>
                        <a:rPr lang="en-IN" sz="1800" b="0" i="0" u="none" strike="noStrike" dirty="0">
                          <a:effectLst/>
                          <a:latin typeface="Arial" panose="020B0604020202020204" pitchFamily="34" charset="0"/>
                        </a:rPr>
                        <a:t>Decision Tree</a:t>
                      </a:r>
                    </a:p>
                  </a:txBody>
                  <a:tcPr marL="67227" marR="67227"/>
                </a:tc>
                <a:tc>
                  <a:txBody>
                    <a:bodyPr/>
                    <a:lstStyle/>
                    <a:p>
                      <a:pPr marL="0" algn="ctr" defTabSz="914400" rtl="0" eaLnBrk="1" fontAlgn="t" latinLnBrk="0" hangingPunct="1">
                        <a:buNone/>
                      </a:pPr>
                      <a:r>
                        <a:rPr lang="en-IN" sz="1800" b="0" i="0" u="none" strike="noStrike" kern="1200" dirty="0">
                          <a:solidFill>
                            <a:schemeClr val="dk1"/>
                          </a:solidFill>
                          <a:effectLst/>
                          <a:latin typeface="Arial" panose="020B0604020202020204" pitchFamily="34" charset="0"/>
                          <a:ea typeface="+mn-ea"/>
                          <a:cs typeface="+mn-cs"/>
                        </a:rPr>
                        <a:t>81%</a:t>
                      </a:r>
                    </a:p>
                  </a:txBody>
                  <a:tcPr marL="67227" marR="67227"/>
                </a:tc>
                <a:tc>
                  <a:txBody>
                    <a:bodyPr/>
                    <a:lstStyle/>
                    <a:p>
                      <a:pPr algn="ctr"/>
                      <a:r>
                        <a:rPr lang="en-IN" dirty="0"/>
                        <a:t>0.79</a:t>
                      </a:r>
                    </a:p>
                  </a:txBody>
                  <a:tcPr marL="67227" marR="67227"/>
                </a:tc>
                <a:tc>
                  <a:txBody>
                    <a:bodyPr/>
                    <a:lstStyle/>
                    <a:p>
                      <a:pPr algn="ctr"/>
                      <a:r>
                        <a:rPr lang="en-IN" dirty="0"/>
                        <a:t>0.80</a:t>
                      </a:r>
                    </a:p>
                  </a:txBody>
                  <a:tcPr marL="67227" marR="67227"/>
                </a:tc>
                <a:tc>
                  <a:txBody>
                    <a:bodyPr/>
                    <a:lstStyle/>
                    <a:p>
                      <a:pPr algn="ctr"/>
                      <a:r>
                        <a:rPr lang="en-IN" dirty="0"/>
                        <a:t>0.80</a:t>
                      </a:r>
                    </a:p>
                  </a:txBody>
                  <a:tcPr marL="67227" marR="67227"/>
                </a:tc>
                <a:extLst>
                  <a:ext uri="{0D108BD9-81ED-4DB2-BD59-A6C34878D82A}">
                    <a16:rowId xmlns:a16="http://schemas.microsoft.com/office/drawing/2014/main" val="2095759965"/>
                  </a:ext>
                </a:extLst>
              </a:tr>
              <a:tr h="729553">
                <a:tc>
                  <a:txBody>
                    <a:bodyPr/>
                    <a:lstStyle/>
                    <a:p>
                      <a:r>
                        <a:rPr lang="en-IN" dirty="0"/>
                        <a:t>Random Forest</a:t>
                      </a:r>
                    </a:p>
                  </a:txBody>
                  <a:tcPr marL="67227" marR="67227"/>
                </a:tc>
                <a:tc>
                  <a:txBody>
                    <a:bodyPr/>
                    <a:lstStyle/>
                    <a:p>
                      <a:pPr marL="0" algn="ctr" defTabSz="914400" rtl="0" eaLnBrk="1" fontAlgn="t" latinLnBrk="0" hangingPunct="1">
                        <a:buNone/>
                      </a:pPr>
                      <a:r>
                        <a:rPr lang="en-IN" sz="1800" b="0" i="0" u="none" strike="noStrike" kern="1200" dirty="0">
                          <a:solidFill>
                            <a:schemeClr val="dk1"/>
                          </a:solidFill>
                          <a:effectLst/>
                          <a:latin typeface="Arial" panose="020B0604020202020204" pitchFamily="34" charset="0"/>
                          <a:ea typeface="+mn-ea"/>
                          <a:cs typeface="+mn-cs"/>
                        </a:rPr>
                        <a:t>86% </a:t>
                      </a:r>
                    </a:p>
                  </a:txBody>
                  <a:tcPr marL="67227" marR="67227"/>
                </a:tc>
                <a:tc>
                  <a:txBody>
                    <a:bodyPr/>
                    <a:lstStyle/>
                    <a:p>
                      <a:pPr algn="ctr"/>
                      <a:r>
                        <a:rPr lang="en-IN" dirty="0"/>
                        <a:t>0.87</a:t>
                      </a:r>
                    </a:p>
                  </a:txBody>
                  <a:tcPr marL="67227" marR="67227"/>
                </a:tc>
                <a:tc>
                  <a:txBody>
                    <a:bodyPr/>
                    <a:lstStyle/>
                    <a:p>
                      <a:pPr algn="ctr"/>
                      <a:r>
                        <a:rPr lang="en-IN" dirty="0"/>
                        <a:t>0.84</a:t>
                      </a:r>
                    </a:p>
                  </a:txBody>
                  <a:tcPr marL="67227" marR="67227"/>
                </a:tc>
                <a:tc>
                  <a:txBody>
                    <a:bodyPr/>
                    <a:lstStyle/>
                    <a:p>
                      <a:pPr algn="ctr"/>
                      <a:r>
                        <a:rPr lang="en-IN" dirty="0"/>
                        <a:t>0.86</a:t>
                      </a:r>
                    </a:p>
                  </a:txBody>
                  <a:tcPr marL="67227" marR="67227"/>
                </a:tc>
                <a:extLst>
                  <a:ext uri="{0D108BD9-81ED-4DB2-BD59-A6C34878D82A}">
                    <a16:rowId xmlns:a16="http://schemas.microsoft.com/office/drawing/2014/main" val="4272678757"/>
                  </a:ext>
                </a:extLst>
              </a:tr>
              <a:tr h="7295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mn-lt"/>
                          <a:ea typeface="+mn-ea"/>
                          <a:cs typeface="+mn-cs"/>
                        </a:rPr>
                        <a:t>XGBOOST</a:t>
                      </a:r>
                    </a:p>
                    <a:p>
                      <a:endParaRPr lang="en-IN" dirty="0"/>
                    </a:p>
                  </a:txBody>
                  <a:tcPr marL="67227" marR="67227"/>
                </a:tc>
                <a:tc>
                  <a:txBody>
                    <a:bodyPr/>
                    <a:lstStyle/>
                    <a:p>
                      <a:pPr marL="0" algn="ctr" defTabSz="914400" rtl="0" eaLnBrk="1" fontAlgn="t" latinLnBrk="0" hangingPunct="1">
                        <a:buNone/>
                      </a:pPr>
                      <a:r>
                        <a:rPr lang="en-IN" sz="1800" b="0" i="0" u="none" strike="noStrike" kern="1200" dirty="0">
                          <a:solidFill>
                            <a:schemeClr val="dk1"/>
                          </a:solidFill>
                          <a:effectLst/>
                          <a:latin typeface="Arial" panose="020B0604020202020204" pitchFamily="34" charset="0"/>
                          <a:ea typeface="+mn-ea"/>
                          <a:cs typeface="+mn-cs"/>
                        </a:rPr>
                        <a:t>89 %</a:t>
                      </a:r>
                    </a:p>
                  </a:txBody>
                  <a:tcPr marL="67227" marR="67227"/>
                </a:tc>
                <a:tc>
                  <a:txBody>
                    <a:bodyPr/>
                    <a:lstStyle/>
                    <a:p>
                      <a:pPr algn="ctr"/>
                      <a:r>
                        <a:rPr lang="en-IN" dirty="0"/>
                        <a:t>0.75</a:t>
                      </a:r>
                    </a:p>
                  </a:txBody>
                  <a:tcPr marL="67227" marR="67227"/>
                </a:tc>
                <a:tc>
                  <a:txBody>
                    <a:bodyPr/>
                    <a:lstStyle/>
                    <a:p>
                      <a:pPr algn="ctr"/>
                      <a:r>
                        <a:rPr lang="en-IN" dirty="0"/>
                        <a:t>0.78</a:t>
                      </a:r>
                    </a:p>
                  </a:txBody>
                  <a:tcPr marL="67227" marR="67227"/>
                </a:tc>
                <a:tc>
                  <a:txBody>
                    <a:bodyPr/>
                    <a:lstStyle/>
                    <a:p>
                      <a:pPr algn="ctr"/>
                      <a:r>
                        <a:rPr lang="en-IN" dirty="0"/>
                        <a:t>0.78</a:t>
                      </a:r>
                    </a:p>
                  </a:txBody>
                  <a:tcPr marL="67227" marR="67227"/>
                </a:tc>
                <a:extLst>
                  <a:ext uri="{0D108BD9-81ED-4DB2-BD59-A6C34878D82A}">
                    <a16:rowId xmlns:a16="http://schemas.microsoft.com/office/drawing/2014/main" val="1037914904"/>
                  </a:ext>
                </a:extLst>
              </a:tr>
            </a:tbl>
          </a:graphicData>
        </a:graphic>
      </p:graphicFrame>
    </p:spTree>
    <p:extLst>
      <p:ext uri="{BB962C8B-B14F-4D97-AF65-F5344CB8AC3E}">
        <p14:creationId xmlns:p14="http://schemas.microsoft.com/office/powerpoint/2010/main" val="613235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DFC61-6760-C256-887D-E245A4B737B5}"/>
              </a:ext>
            </a:extLst>
          </p:cNvPr>
          <p:cNvSpPr>
            <a:spLocks noGrp="1"/>
          </p:cNvSpPr>
          <p:nvPr>
            <p:ph type="title"/>
          </p:nvPr>
        </p:nvSpPr>
        <p:spPr>
          <a:xfrm>
            <a:off x="838200" y="365126"/>
            <a:ext cx="10515600" cy="657429"/>
          </a:xfrm>
        </p:spPr>
        <p:txBody>
          <a:bodyPr>
            <a:normAutofit/>
          </a:bodyPr>
          <a:lstStyle/>
          <a:p>
            <a:r>
              <a:rPr lang="en-IN" sz="4000" b="1" dirty="0">
                <a:latin typeface="Times New Roman" panose="02020603050405020304" pitchFamily="18" charset="0"/>
                <a:cs typeface="Times New Roman" panose="02020603050405020304" pitchFamily="18" charset="0"/>
              </a:rPr>
              <a:t>Model Evaluation</a:t>
            </a:r>
          </a:p>
        </p:txBody>
      </p:sp>
      <p:sp>
        <p:nvSpPr>
          <p:cNvPr id="5" name="TextBox 4">
            <a:extLst>
              <a:ext uri="{FF2B5EF4-FFF2-40B4-BE49-F238E27FC236}">
                <a16:creationId xmlns:a16="http://schemas.microsoft.com/office/drawing/2014/main" id="{F8A8E85E-C8F3-B18D-8611-10A5A717E206}"/>
              </a:ext>
            </a:extLst>
          </p:cNvPr>
          <p:cNvSpPr txBox="1"/>
          <p:nvPr/>
        </p:nvSpPr>
        <p:spPr>
          <a:xfrm>
            <a:off x="6577781" y="1022555"/>
            <a:ext cx="4434348" cy="5909310"/>
          </a:xfrm>
          <a:prstGeom prst="rect">
            <a:avLst/>
          </a:prstGeom>
          <a:noFill/>
        </p:spPr>
        <p:txBody>
          <a:bodyPr wrap="square" rtlCol="0">
            <a:spAutoFit/>
          </a:bodyPr>
          <a:lstStyle/>
          <a:p>
            <a:r>
              <a:rPr lang="en-US" dirty="0"/>
              <a:t>“Although </a:t>
            </a:r>
            <a:r>
              <a:rPr lang="en-US" dirty="0" err="1"/>
              <a:t>XGBoost</a:t>
            </a:r>
            <a:r>
              <a:rPr lang="en-US" dirty="0"/>
              <a:t> had higher accuracy, Random Forest was selected due to better balance between precision and recall and lower overfitting.”</a:t>
            </a:r>
          </a:p>
          <a:p>
            <a:endParaRPr lang="en-IN" dirty="0"/>
          </a:p>
          <a:p>
            <a:endParaRPr lang="en-IN" dirty="0"/>
          </a:p>
          <a:p>
            <a:endParaRPr lang="en-IN" dirty="0"/>
          </a:p>
          <a:p>
            <a:r>
              <a:rPr lang="en-IN" dirty="0"/>
              <a:t>Metrics Used:</a:t>
            </a:r>
          </a:p>
          <a:p>
            <a:r>
              <a:rPr lang="en-IN" dirty="0"/>
              <a:t>Accuracy :- 86%</a:t>
            </a:r>
          </a:p>
          <a:p>
            <a:endParaRPr lang="en-IN" dirty="0"/>
          </a:p>
          <a:p>
            <a:r>
              <a:rPr lang="en-IN" dirty="0"/>
              <a:t>Precision :- 0.87</a:t>
            </a:r>
          </a:p>
          <a:p>
            <a:endParaRPr lang="en-IN" dirty="0"/>
          </a:p>
          <a:p>
            <a:r>
              <a:rPr lang="en-IN" dirty="0"/>
              <a:t>Recall :-0.84</a:t>
            </a:r>
          </a:p>
          <a:p>
            <a:endParaRPr lang="en-IN" dirty="0"/>
          </a:p>
          <a:p>
            <a:r>
              <a:rPr lang="en-IN" dirty="0"/>
              <a:t>F1 score :-0.86</a:t>
            </a:r>
          </a:p>
          <a:p>
            <a:endParaRPr lang="en-IN" dirty="0"/>
          </a:p>
          <a:p>
            <a:endParaRPr lang="en-IN" dirty="0"/>
          </a:p>
          <a:p>
            <a:r>
              <a:rPr lang="en-IN" dirty="0"/>
              <a:t>Best Model : </a:t>
            </a:r>
            <a:r>
              <a:rPr lang="en-IN" b="1" dirty="0"/>
              <a:t>Random Forest </a:t>
            </a:r>
          </a:p>
          <a:p>
            <a:r>
              <a:rPr lang="en-IN" dirty="0"/>
              <a:t>Accuracy :  86%</a:t>
            </a:r>
          </a:p>
          <a:p>
            <a:endParaRPr lang="en-IN" dirty="0"/>
          </a:p>
          <a:p>
            <a:endParaRPr lang="en-IN" dirty="0"/>
          </a:p>
        </p:txBody>
      </p:sp>
      <p:pic>
        <p:nvPicPr>
          <p:cNvPr id="3074" name="Picture 2">
            <a:extLst>
              <a:ext uri="{FF2B5EF4-FFF2-40B4-BE49-F238E27FC236}">
                <a16:creationId xmlns:a16="http://schemas.microsoft.com/office/drawing/2014/main" id="{69B2FCDE-A9E3-EAF7-F53E-7CAA871E5E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022555"/>
            <a:ext cx="4829175" cy="4333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673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5DBB3-7043-9E54-4063-AA437FBAB88F}"/>
              </a:ext>
            </a:extLst>
          </p:cNvPr>
          <p:cNvSpPr>
            <a:spLocks noGrp="1"/>
          </p:cNvSpPr>
          <p:nvPr>
            <p:ph type="title"/>
          </p:nvPr>
        </p:nvSpPr>
        <p:spPr>
          <a:xfrm>
            <a:off x="838200" y="365126"/>
            <a:ext cx="10515600" cy="834861"/>
          </a:xfrm>
        </p:spPr>
        <p:txBody>
          <a:bodyPr/>
          <a:lstStyle/>
          <a:p>
            <a:r>
              <a:rPr lang="en-IN" b="1" dirty="0">
                <a:latin typeface="Times New Roman" panose="02020603050405020304" pitchFamily="18" charset="0"/>
                <a:cs typeface="Times New Roman" panose="02020603050405020304" pitchFamily="18" charset="0"/>
              </a:rPr>
              <a:t>Feature Importance</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F6FA5BA-F3B0-D0CF-D479-5E02294C8456}"/>
              </a:ext>
            </a:extLst>
          </p:cNvPr>
          <p:cNvSpPr txBox="1"/>
          <p:nvPr/>
        </p:nvSpPr>
        <p:spPr>
          <a:xfrm>
            <a:off x="1632155" y="1199987"/>
            <a:ext cx="8927690" cy="1754326"/>
          </a:xfrm>
          <a:prstGeom prst="rect">
            <a:avLst/>
          </a:prstGeom>
          <a:noFill/>
        </p:spPr>
        <p:txBody>
          <a:bodyPr wrap="square">
            <a:spAutoFit/>
          </a:bodyPr>
          <a:lstStyle/>
          <a:p>
            <a:r>
              <a:rPr lang="en-US" dirty="0"/>
              <a:t>Top Features Influencing Churn:</a:t>
            </a:r>
          </a:p>
          <a:p>
            <a:endParaRPr lang="en-US" dirty="0"/>
          </a:p>
          <a:p>
            <a:r>
              <a:rPr lang="en-US" dirty="0"/>
              <a:t>• Month-to-Month Contract → Highest churn risk</a:t>
            </a:r>
          </a:p>
          <a:p>
            <a:r>
              <a:rPr lang="en-US" dirty="0"/>
              <a:t>• Low Tenure (0–12 months) → High probability of churn</a:t>
            </a:r>
          </a:p>
          <a:p>
            <a:r>
              <a:rPr lang="en-US" dirty="0"/>
              <a:t>• High Monthly Charges → Increased churn likelihood</a:t>
            </a:r>
          </a:p>
          <a:p>
            <a:r>
              <a:rPr lang="en-US" dirty="0"/>
              <a:t>• No Tech Support → Customers more likely to leave</a:t>
            </a:r>
          </a:p>
        </p:txBody>
      </p:sp>
      <p:pic>
        <p:nvPicPr>
          <p:cNvPr id="1028" name="Picture 4">
            <a:extLst>
              <a:ext uri="{FF2B5EF4-FFF2-40B4-BE49-F238E27FC236}">
                <a16:creationId xmlns:a16="http://schemas.microsoft.com/office/drawing/2014/main" id="{B6694F42-6802-6FDC-181B-ADA8AE6358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620" y="3323303"/>
            <a:ext cx="9420225" cy="2950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3009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B0161-AD02-0F56-2A63-22B2A40DA59C}"/>
              </a:ext>
            </a:extLst>
          </p:cNvPr>
          <p:cNvSpPr>
            <a:spLocks noGrp="1"/>
          </p:cNvSpPr>
          <p:nvPr>
            <p:ph type="title"/>
          </p:nvPr>
        </p:nvSpPr>
        <p:spPr>
          <a:xfrm>
            <a:off x="838200" y="365125"/>
            <a:ext cx="10515600" cy="847855"/>
          </a:xfrm>
        </p:spPr>
        <p:txBody>
          <a:bodyPr>
            <a:normAutofit/>
          </a:bodyPr>
          <a:lstStyle/>
          <a:p>
            <a:r>
              <a:rPr lang="en-IN" sz="40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52B71287-B3CA-AFBA-33DD-01E259B1957A}"/>
              </a:ext>
            </a:extLst>
          </p:cNvPr>
          <p:cNvSpPr>
            <a:spLocks noGrp="1"/>
          </p:cNvSpPr>
          <p:nvPr>
            <p:ph idx="1"/>
          </p:nvPr>
        </p:nvSpPr>
        <p:spPr>
          <a:xfrm>
            <a:off x="838200" y="1334278"/>
            <a:ext cx="10515600" cy="4842685"/>
          </a:xfrm>
        </p:spPr>
        <p:txBody>
          <a:bodyPr>
            <a:normAutofit/>
          </a:bodyPr>
          <a:lstStyle/>
          <a:p>
            <a:pPr>
              <a:lnSpc>
                <a:spcPct val="100000"/>
              </a:lnSpc>
            </a:pPr>
            <a:r>
              <a:rPr lang="en-US" sz="1800" dirty="0"/>
              <a:t>“Although </a:t>
            </a:r>
            <a:r>
              <a:rPr lang="en-US" sz="1800" dirty="0" err="1"/>
              <a:t>XGBoost</a:t>
            </a:r>
            <a:r>
              <a:rPr lang="en-US" sz="1800" dirty="0"/>
              <a:t> had higher accuracy, Random Forest was selected due to better balance between precision and recall and lower overfitting.”</a:t>
            </a:r>
          </a:p>
          <a:p>
            <a:pPr>
              <a:lnSpc>
                <a:spcPct val="100000"/>
              </a:lnSpc>
            </a:pPr>
            <a:r>
              <a:rPr lang="en-US" sz="1800" dirty="0"/>
              <a:t>The Customer Churn Prediction model was developed using multiple machine learning algorithms, and Random Forest achieved the best performance with high accuracy. The model effectively identifies customers at risk of churn.</a:t>
            </a:r>
          </a:p>
          <a:p>
            <a:pPr>
              <a:lnSpc>
                <a:spcPct val="100000"/>
              </a:lnSpc>
            </a:pPr>
            <a:r>
              <a:rPr lang="en-US" sz="1800" dirty="0"/>
              <a:t>Key factors influencing churn include contract type, tenure, monthly charges, and service usage.</a:t>
            </a:r>
          </a:p>
          <a:p>
            <a:pPr>
              <a:lnSpc>
                <a:spcPct val="100000"/>
              </a:lnSpc>
              <a:buFont typeface="Wingdings" panose="05000000000000000000" pitchFamily="2" charset="2"/>
              <a:buChar char="Ø"/>
            </a:pPr>
            <a:r>
              <a:rPr lang="en-IN" sz="1800" b="1" dirty="0"/>
              <a:t>Business Impact</a:t>
            </a:r>
          </a:p>
          <a:p>
            <a:pPr>
              <a:lnSpc>
                <a:spcPct val="100000"/>
              </a:lnSpc>
            </a:pPr>
            <a:r>
              <a:rPr lang="en-US" sz="1800" dirty="0"/>
              <a:t>Identifies high-risk customers early to take preventive action.</a:t>
            </a:r>
          </a:p>
          <a:p>
            <a:pPr>
              <a:lnSpc>
                <a:spcPct val="100000"/>
              </a:lnSpc>
            </a:pPr>
            <a:r>
              <a:rPr lang="en-US" sz="1800" dirty="0"/>
              <a:t>Reduces customer churn, leading to better retention.</a:t>
            </a:r>
          </a:p>
          <a:p>
            <a:pPr>
              <a:lnSpc>
                <a:spcPct val="100000"/>
              </a:lnSpc>
            </a:pPr>
            <a:r>
              <a:rPr lang="en-US" sz="1800" dirty="0"/>
              <a:t>Protects and increases revenue by minimizing customer loss</a:t>
            </a:r>
          </a:p>
          <a:p>
            <a:pPr>
              <a:lnSpc>
                <a:spcPct val="100000"/>
              </a:lnSpc>
            </a:pPr>
            <a:r>
              <a:rPr lang="en-US" sz="1800" dirty="0"/>
              <a:t>Enables targeted offers and personalized strategies</a:t>
            </a:r>
            <a:endParaRPr lang="en-IN" sz="1800" dirty="0"/>
          </a:p>
          <a:p>
            <a:endParaRPr lang="en-IN" sz="1800" b="1" dirty="0"/>
          </a:p>
        </p:txBody>
      </p:sp>
    </p:spTree>
    <p:extLst>
      <p:ext uri="{BB962C8B-B14F-4D97-AF65-F5344CB8AC3E}">
        <p14:creationId xmlns:p14="http://schemas.microsoft.com/office/powerpoint/2010/main" val="1094810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62EA0B-C795-480A-BDC0-7861DD616CAE}"/>
              </a:ext>
            </a:extLst>
          </p:cNvPr>
          <p:cNvPicPr>
            <a:picLocks noChangeAspect="1"/>
          </p:cNvPicPr>
          <p:nvPr/>
        </p:nvPicPr>
        <p:blipFill>
          <a:blip r:embed="rId2"/>
          <a:stretch>
            <a:fillRect/>
          </a:stretch>
        </p:blipFill>
        <p:spPr>
          <a:xfrm>
            <a:off x="595242" y="411218"/>
            <a:ext cx="10844200" cy="6035563"/>
          </a:xfrm>
          <a:prstGeom prst="rect">
            <a:avLst/>
          </a:prstGeom>
        </p:spPr>
      </p:pic>
    </p:spTree>
    <p:extLst>
      <p:ext uri="{BB962C8B-B14F-4D97-AF65-F5344CB8AC3E}">
        <p14:creationId xmlns:p14="http://schemas.microsoft.com/office/powerpoint/2010/main" val="40271668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11155</TotalTime>
  <Words>990</Words>
  <Application>Microsoft Office PowerPoint</Application>
  <PresentationFormat>Widescreen</PresentationFormat>
  <Paragraphs>119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Times New Roman</vt:lpstr>
      <vt:lpstr>Wingdings</vt:lpstr>
      <vt:lpstr>Office Theme</vt:lpstr>
      <vt:lpstr>Telecom Customer churn</vt:lpstr>
      <vt:lpstr>Problem Statement </vt:lpstr>
      <vt:lpstr>Dataset Description</vt:lpstr>
      <vt:lpstr>Feature Engineering</vt:lpstr>
      <vt:lpstr>Exploratory Data Analysis</vt:lpstr>
      <vt:lpstr>Exploratory Data Analysis</vt:lpstr>
      <vt:lpstr>Exploratory Data Analysis</vt:lpstr>
      <vt:lpstr>Exploratory Data Analysis</vt:lpstr>
      <vt:lpstr>Data Preprocessing </vt:lpstr>
      <vt:lpstr>MODELS USED</vt:lpstr>
      <vt:lpstr>Results Comparison</vt:lpstr>
      <vt:lpstr>Model Evaluation</vt:lpstr>
      <vt:lpstr>Feature Importance</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MANTHAN GAWADE</dc:creator>
  <cp:lastModifiedBy>MANTHAN GAWADE</cp:lastModifiedBy>
  <cp:revision>1</cp:revision>
  <dcterms:created xsi:type="dcterms:W3CDTF">2025-12-10T13:59:20Z</dcterms:created>
  <dcterms:modified xsi:type="dcterms:W3CDTF">2026-03-20T13:20:18Z</dcterms:modified>
</cp:coreProperties>
</file>